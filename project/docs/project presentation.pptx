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aveSubsetFonts="1">
  <p:sldMasterIdLst>
    <p:sldMasterId id="2147483648" r:id="rId1"/>
  </p:sldMasterIdLst>
  <p:notesMasterIdLst>
    <p:notesMasterId r:id="rId10"/>
  </p:notesMasterIdLst>
  <p:handoutMasterIdLst>
    <p:handoutMasterId r:id="rId11"/>
  </p:handoutMasterIdLst>
  <p:sldIdLst>
    <p:sldId id="256" r:id="rId2"/>
    <p:sldId id="263" r:id="rId3"/>
    <p:sldId id="265" r:id="rId4"/>
    <p:sldId id="268" r:id="rId5"/>
    <p:sldId id="269" r:id="rId6"/>
    <p:sldId id="262" r:id="rId7"/>
    <p:sldId id="271" r:id="rId8"/>
    <p:sldId id="270" r:id="rId9"/>
  </p:sldIdLst>
  <p:sldSz cx="12192000" cy="6858000"/>
  <p:notesSz cx="6858000" cy="9144000"/>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E834E07F-3EE3-A848-ADEF-69559B0FFBBE}">
          <p14:sldIdLst>
            <p14:sldId id="256"/>
            <p14:sldId id="263"/>
            <p14:sldId id="265"/>
            <p14:sldId id="268"/>
            <p14:sldId id="269"/>
            <p14:sldId id="262"/>
          </p14:sldIdLst>
        </p14:section>
        <p14:section name="Backup slides" id="{895534CB-227A-074D-913C-9216C2F018CE}">
          <p14:sldIdLst>
            <p14:sldId id="271"/>
            <p14:sldId id="270"/>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7A9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1BE58B7-D89D-DADE-8D0A-4FFE6814A06D}" v="1111" dt="2026-03-29T20:40:37.791"/>
    <p1510:client id="{67DD853D-B6BD-A449-A7AE-5E3DF5AF95E0}" v="1036" dt="2026-03-30T15:32:00.307"/>
  </p1510:revLst>
</p1510:revInfo>
</file>

<file path=ppt/tableStyles.xml><?xml version="1.0" encoding="utf-8"?>
<a:tblStyleLst xmlns:a="http://schemas.openxmlformats.org/drawingml/2006/main" def="{5C22544A-7EE6-4342-B048-85BDC9FD1C3A}">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7B26C5-4107-4FEC-AEDC-1716B250A1EF}" styleName="Helle Formatvorlag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376"/>
    <p:restoredTop sz="94690"/>
  </p:normalViewPr>
  <p:slideViewPr>
    <p:cSldViewPr snapToGrid="0">
      <p:cViewPr varScale="1">
        <p:scale>
          <a:sx n="111" d="100"/>
          <a:sy n="111" d="100"/>
        </p:scale>
        <p:origin x="216" y="200"/>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6"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a:extLst>
              <a:ext uri="{FF2B5EF4-FFF2-40B4-BE49-F238E27FC236}">
                <a16:creationId xmlns:a16="http://schemas.microsoft.com/office/drawing/2014/main" id="{8AF70A90-CA7E-49EB-AB17-C37FEDD0759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e-CH"/>
          </a:p>
        </p:txBody>
      </p:sp>
      <p:sp>
        <p:nvSpPr>
          <p:cNvPr id="3" name="Datumsplatzhalter 2">
            <a:extLst>
              <a:ext uri="{FF2B5EF4-FFF2-40B4-BE49-F238E27FC236}">
                <a16:creationId xmlns:a16="http://schemas.microsoft.com/office/drawing/2014/main" id="{5A7711EA-1FBE-4E98-9D43-C2D65C45D0E7}"/>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68ABEA4-9216-4FDF-AAE1-D8632908A8EC}" type="datetimeFigureOut">
              <a:rPr lang="de-CH" smtClean="0"/>
              <a:t>30.03.26</a:t>
            </a:fld>
            <a:endParaRPr lang="de-CH"/>
          </a:p>
        </p:txBody>
      </p:sp>
      <p:sp>
        <p:nvSpPr>
          <p:cNvPr id="4" name="Fußzeilenplatzhalter 3">
            <a:extLst>
              <a:ext uri="{FF2B5EF4-FFF2-40B4-BE49-F238E27FC236}">
                <a16:creationId xmlns:a16="http://schemas.microsoft.com/office/drawing/2014/main" id="{82CCD3C8-8930-4E0E-A891-B770724F2BD4}"/>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de-CH"/>
          </a:p>
        </p:txBody>
      </p:sp>
      <p:sp>
        <p:nvSpPr>
          <p:cNvPr id="5" name="Foliennummernplatzhalter 4">
            <a:extLst>
              <a:ext uri="{FF2B5EF4-FFF2-40B4-BE49-F238E27FC236}">
                <a16:creationId xmlns:a16="http://schemas.microsoft.com/office/drawing/2014/main" id="{A7798FB5-86BC-42DA-9D05-F96D484814F6}"/>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B685DCD-866D-47AE-A236-118539F53379}" type="slidenum">
              <a:rPr lang="de-CH" smtClean="0"/>
              <a:t>‹#›</a:t>
            </a:fld>
            <a:endParaRPr lang="de-CH"/>
          </a:p>
        </p:txBody>
      </p:sp>
    </p:spTree>
    <p:extLst>
      <p:ext uri="{BB962C8B-B14F-4D97-AF65-F5344CB8AC3E}">
        <p14:creationId xmlns:p14="http://schemas.microsoft.com/office/powerpoint/2010/main" val="142322725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e-CH"/>
          </a:p>
        </p:txBody>
      </p:sp>
      <p:sp>
        <p:nvSpPr>
          <p:cNvPr id="3" name="Datumsplatzhalt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B78A90D-FE7E-41AF-B03D-808D82937CB9}" type="datetimeFigureOut">
              <a:rPr lang="de-CH" smtClean="0"/>
              <a:t>30.03.26</a:t>
            </a:fld>
            <a:endParaRPr lang="de-CH"/>
          </a:p>
        </p:txBody>
      </p:sp>
      <p:sp>
        <p:nvSpPr>
          <p:cNvPr id="4" name="Folienbildplatzhalt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de-CH"/>
          </a:p>
        </p:txBody>
      </p:sp>
      <p:sp>
        <p:nvSpPr>
          <p:cNvPr id="5" name="Notizenplatzhalt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CH"/>
          </a:p>
        </p:txBody>
      </p:sp>
      <p:sp>
        <p:nvSpPr>
          <p:cNvPr id="6" name="Fußzeilenplatzhalt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de-CH"/>
          </a:p>
        </p:txBody>
      </p:sp>
      <p:sp>
        <p:nvSpPr>
          <p:cNvPr id="7" name="Foliennummernplatzhalt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615DDFD-030C-4D5A-B33E-3A7E7538D2BE}" type="slidenum">
              <a:rPr lang="de-CH" smtClean="0"/>
              <a:t>‹#›</a:t>
            </a:fld>
            <a:endParaRPr lang="de-CH"/>
          </a:p>
        </p:txBody>
      </p:sp>
    </p:spTree>
    <p:extLst>
      <p:ext uri="{BB962C8B-B14F-4D97-AF65-F5344CB8AC3E}">
        <p14:creationId xmlns:p14="http://schemas.microsoft.com/office/powerpoint/2010/main" val="4414969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a:solidFill>
                  <a:schemeClr val="tx1"/>
                </a:solidFill>
                <a:effectLst/>
                <a:latin typeface="+mn-lt"/>
                <a:ea typeface="+mn-ea"/>
                <a:cs typeface="+mn-cs"/>
              </a:rPr>
              <a:t>The physical phenomenon here is grain-boundary segregation. In a polycrystalline alloy, solute atoms often prefer to move to these grain-boundary sites instead of remaining in normal bulk crystal sites, because this can lower the energy of the system. And the segregation can affect many properties, like strengthening, corrosion resistance and microstructural stability. </a:t>
            </a:r>
            <a:endParaRPr lang="en-CN" sz="1200" kern="1200">
              <a:solidFill>
                <a:schemeClr val="tx1"/>
              </a:solidFill>
              <a:effectLst/>
              <a:latin typeface="+mn-lt"/>
              <a:ea typeface="+mn-ea"/>
              <a:cs typeface="+mn-cs"/>
            </a:endParaRPr>
          </a:p>
          <a:p>
            <a:r>
              <a:rPr lang="en-US" sz="1200" kern="1200">
                <a:solidFill>
                  <a:schemeClr val="tx1"/>
                </a:solidFill>
                <a:effectLst/>
                <a:latin typeface="+mn-lt"/>
                <a:ea typeface="+mn-ea"/>
                <a:cs typeface="+mn-cs"/>
              </a:rPr>
              <a:t>The main problem is that a polycrystal contains many different grain-boundary sites, and they are not all equivalent. Because of this, one alloy does not have a single segregation energy, but a whole spectrum of segregation energies. In principle, we can calculate the </a:t>
            </a:r>
            <a:r>
              <a:rPr lang="en-US" sz="1200" kern="1200" err="1">
                <a:solidFill>
                  <a:schemeClr val="tx1"/>
                </a:solidFill>
                <a:effectLst/>
                <a:latin typeface="+mn-lt"/>
                <a:ea typeface="+mn-ea"/>
                <a:cs typeface="+mn-cs"/>
              </a:rPr>
              <a:t>segregagtion</a:t>
            </a:r>
            <a:r>
              <a:rPr lang="en-US" sz="1200" kern="1200">
                <a:solidFill>
                  <a:schemeClr val="tx1"/>
                </a:solidFill>
                <a:effectLst/>
                <a:latin typeface="+mn-lt"/>
                <a:ea typeface="+mn-ea"/>
                <a:cs typeface="+mn-cs"/>
              </a:rPr>
              <a:t> energy site by site, but it is expensive in real polycrystals. For example, given in the paper, a (50 nm)</a:t>
            </a:r>
            <a:r>
              <a:rPr lang="en-US" sz="1200" kern="1200" baseline="30000">
                <a:solidFill>
                  <a:schemeClr val="tx1"/>
                </a:solidFill>
                <a:effectLst/>
                <a:latin typeface="+mn-lt"/>
                <a:ea typeface="+mn-ea"/>
                <a:cs typeface="+mn-cs"/>
              </a:rPr>
              <a:t>3</a:t>
            </a:r>
            <a:r>
              <a:rPr lang="en-US" sz="1200" kern="1200">
                <a:solidFill>
                  <a:schemeClr val="tx1"/>
                </a:solidFill>
                <a:effectLst/>
                <a:latin typeface="+mn-lt"/>
                <a:ea typeface="+mn-ea"/>
                <a:cs typeface="+mn-cs"/>
              </a:rPr>
              <a:t> Al polycrystal with an average grain size of ~10 nm contains about 10</a:t>
            </a:r>
            <a:r>
              <a:rPr lang="en-US" sz="1200" kern="1200" baseline="30000">
                <a:solidFill>
                  <a:schemeClr val="tx1"/>
                </a:solidFill>
                <a:effectLst/>
                <a:latin typeface="+mn-lt"/>
                <a:ea typeface="+mn-ea"/>
                <a:cs typeface="+mn-cs"/>
              </a:rPr>
              <a:t>6 </a:t>
            </a:r>
            <a:r>
              <a:rPr lang="en-US" sz="1200" kern="1200">
                <a:solidFill>
                  <a:schemeClr val="tx1"/>
                </a:solidFill>
                <a:effectLst/>
                <a:latin typeface="+mn-lt"/>
                <a:ea typeface="+mn-ea"/>
                <a:cs typeface="+mn-cs"/>
              </a:rPr>
              <a:t>(one million) grain boundary sites, which means about one million atomistic calculations.</a:t>
            </a:r>
            <a:endParaRPr lang="en-CN" sz="1200" kern="1200">
              <a:solidFill>
                <a:schemeClr val="tx1"/>
              </a:solidFill>
              <a:effectLst/>
              <a:latin typeface="+mn-lt"/>
              <a:ea typeface="+mn-ea"/>
              <a:cs typeface="+mn-cs"/>
            </a:endParaRPr>
          </a:p>
          <a:p>
            <a:r>
              <a:rPr lang="en-US" sz="1200" kern="1200">
                <a:solidFill>
                  <a:schemeClr val="tx1"/>
                </a:solidFill>
                <a:effectLst/>
                <a:latin typeface="+mn-lt"/>
                <a:ea typeface="+mn-ea"/>
                <a:cs typeface="+mn-cs"/>
              </a:rPr>
              <a:t>So the authors proposed a way to predict a site’s segregation energy directly from its pre-segregation local atomic environment. That is the central idea of the paper: instead of solving every site from scratch, learn a mapping from local structure to segregation energy. The final goal is not just to predict one average value, but the whole segregation-energy spectrum across the grain-boundary network.</a:t>
            </a:r>
            <a:endParaRPr lang="en-CN" sz="1200" kern="120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F615DDFD-030C-4D5A-B33E-3A7E7538D2BE}" type="slidenum">
              <a:rPr lang="de-CH" smtClean="0"/>
              <a:t>1</a:t>
            </a:fld>
            <a:endParaRPr lang="de-CH"/>
          </a:p>
        </p:txBody>
      </p:sp>
    </p:spTree>
    <p:extLst>
      <p:ext uri="{BB962C8B-B14F-4D97-AF65-F5344CB8AC3E}">
        <p14:creationId xmlns:p14="http://schemas.microsoft.com/office/powerpoint/2010/main" val="233616982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a:solidFill>
                  <a:schemeClr val="tx1"/>
                </a:solidFill>
                <a:effectLst/>
                <a:latin typeface="+mn-lt"/>
                <a:ea typeface="+mn-ea"/>
                <a:cs typeface="+mn-cs"/>
              </a:rPr>
              <a:t>Now I will explain the methods used.</a:t>
            </a:r>
            <a:endParaRPr lang="en-CN" sz="1200" kern="1200">
              <a:solidFill>
                <a:schemeClr val="tx1"/>
              </a:solidFill>
              <a:effectLst/>
              <a:latin typeface="+mn-lt"/>
              <a:ea typeface="+mn-ea"/>
              <a:cs typeface="+mn-cs"/>
            </a:endParaRPr>
          </a:p>
          <a:p>
            <a:r>
              <a:rPr lang="en-US" sz="1200" kern="1200">
                <a:solidFill>
                  <a:schemeClr val="tx1"/>
                </a:solidFill>
                <a:effectLst/>
                <a:latin typeface="+mn-lt"/>
                <a:ea typeface="+mn-ea"/>
                <a:cs typeface="+mn-cs"/>
              </a:rPr>
              <a:t>The workflow starts by building and relaxing a polycrystal. Then the authors compute segregation energies for selected grain-boundary sites. For each site, they compare the energy of a solute atom at that grain-boundary site and the energy of the same solute in a bulk crystal site.  To describe each site before segregation, they use SOAP descriptors, Smooth Overlap of Atomic Positions. SOAP converts the local atomic environment into a numerical fingerprint. In this paper, the environment is described within a cutoff radius of 6 angstrom, and the SOAP vector has 1015 features. (SOAP is useful because it captures the local neighborhood in a symmetry-consistent way.)</a:t>
            </a:r>
            <a:endParaRPr lang="en-CN" sz="1200" kern="1200">
              <a:solidFill>
                <a:schemeClr val="tx1"/>
              </a:solidFill>
              <a:effectLst/>
              <a:latin typeface="+mn-lt"/>
              <a:ea typeface="+mn-ea"/>
              <a:cs typeface="+mn-cs"/>
            </a:endParaRPr>
          </a:p>
          <a:p>
            <a:r>
              <a:rPr lang="en-US" sz="1200" kern="1200">
                <a:solidFill>
                  <a:schemeClr val="tx1"/>
                </a:solidFill>
                <a:effectLst/>
                <a:latin typeface="+mn-lt"/>
                <a:ea typeface="+mn-ea"/>
                <a:cs typeface="+mn-cs"/>
              </a:rPr>
              <a:t>Then these descriptors are then used to train a linear regression model that predicts segregation energy from local structure.</a:t>
            </a:r>
            <a:endParaRPr lang="en-CN" sz="1200" kern="1200">
              <a:solidFill>
                <a:schemeClr val="tx1"/>
              </a:solidFill>
              <a:effectLst/>
              <a:latin typeface="+mn-lt"/>
              <a:ea typeface="+mn-ea"/>
              <a:cs typeface="+mn-cs"/>
            </a:endParaRPr>
          </a:p>
          <a:p>
            <a:r>
              <a:rPr lang="en-US" sz="1200" kern="1200">
                <a:solidFill>
                  <a:schemeClr val="tx1"/>
                </a:solidFill>
                <a:effectLst/>
                <a:latin typeface="+mn-lt"/>
                <a:ea typeface="+mn-ea"/>
                <a:cs typeface="+mn-cs"/>
              </a:rPr>
              <a:t>The authors also introduce an accelerated version of the method. They reduce the 1015 SOAP features to 10 principal components using PCA, and then use k-means clustering to choose 100 representative GB sites for training. (For Al-Mg, this accelerated model achieves a mean absolute error of about 4.2 kilojoules per mole using only 100 training points.)</a:t>
            </a:r>
            <a:endParaRPr lang="en-CN" sz="1200" kern="1200">
              <a:solidFill>
                <a:schemeClr val="tx1"/>
              </a:solidFill>
              <a:effectLst/>
              <a:latin typeface="+mn-lt"/>
              <a:ea typeface="+mn-ea"/>
              <a:cs typeface="+mn-cs"/>
            </a:endParaRPr>
          </a:p>
          <a:p>
            <a:r>
              <a:rPr lang="en-US" sz="1200" kern="1200">
                <a:solidFill>
                  <a:schemeClr val="tx1"/>
                </a:solidFill>
                <a:effectLst/>
                <a:latin typeface="+mn-lt"/>
                <a:ea typeface="+mn-ea"/>
                <a:cs typeface="+mn-cs"/>
              </a:rPr>
              <a:t>Mean idea: rich local descriptor, simple regression model, and reduce data dimensions to make the method cheaper.</a:t>
            </a:r>
            <a:endParaRPr lang="en-CN" sz="1200" kern="120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F615DDFD-030C-4D5A-B33E-3A7E7538D2BE}" type="slidenum">
              <a:rPr lang="de-CH" smtClean="0"/>
              <a:t>2</a:t>
            </a:fld>
            <a:endParaRPr lang="de-CH"/>
          </a:p>
        </p:txBody>
      </p:sp>
    </p:spTree>
    <p:extLst>
      <p:ext uri="{BB962C8B-B14F-4D97-AF65-F5344CB8AC3E}">
        <p14:creationId xmlns:p14="http://schemas.microsoft.com/office/powerpoint/2010/main" val="290249106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cs typeface="+mn-lt"/>
            </a:endParaRPr>
          </a:p>
        </p:txBody>
      </p:sp>
      <p:sp>
        <p:nvSpPr>
          <p:cNvPr id="4" name="Slide Number Placeholder 3"/>
          <p:cNvSpPr>
            <a:spLocks noGrp="1"/>
          </p:cNvSpPr>
          <p:nvPr>
            <p:ph type="sldNum" sz="quarter" idx="5"/>
          </p:nvPr>
        </p:nvSpPr>
        <p:spPr/>
        <p:txBody>
          <a:bodyPr/>
          <a:lstStyle/>
          <a:p>
            <a:fld id="{F615DDFD-030C-4D5A-B33E-3A7E7538D2BE}" type="slidenum">
              <a:rPr lang="de-CH" smtClean="0"/>
              <a:t>4</a:t>
            </a:fld>
            <a:endParaRPr lang="de-CH"/>
          </a:p>
        </p:txBody>
      </p:sp>
    </p:spTree>
    <p:extLst>
      <p:ext uri="{BB962C8B-B14F-4D97-AF65-F5344CB8AC3E}">
        <p14:creationId xmlns:p14="http://schemas.microsoft.com/office/powerpoint/2010/main" val="352588996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1">
              <a:solidFill>
                <a:schemeClr val="bg1"/>
              </a:solidFill>
              <a:highlight>
                <a:srgbClr val="252526"/>
              </a:highlight>
              <a:cs typeface="Arial"/>
            </a:endParaRPr>
          </a:p>
          <a:p>
            <a:endParaRPr lang="en-US">
              <a:solidFill>
                <a:schemeClr val="bg1"/>
              </a:solidFill>
              <a:cs typeface="Arial"/>
            </a:endParaRPr>
          </a:p>
        </p:txBody>
      </p:sp>
      <p:sp>
        <p:nvSpPr>
          <p:cNvPr id="4" name="Slide Number Placeholder 3"/>
          <p:cNvSpPr>
            <a:spLocks noGrp="1"/>
          </p:cNvSpPr>
          <p:nvPr>
            <p:ph type="sldNum" sz="quarter" idx="5"/>
          </p:nvPr>
        </p:nvSpPr>
        <p:spPr/>
        <p:txBody>
          <a:bodyPr/>
          <a:lstStyle/>
          <a:p>
            <a:fld id="{F615DDFD-030C-4D5A-B33E-3A7E7538D2BE}" type="slidenum">
              <a:rPr lang="de-CH" smtClean="0"/>
              <a:t>5</a:t>
            </a:fld>
            <a:endParaRPr lang="de-CH"/>
          </a:p>
        </p:txBody>
      </p:sp>
    </p:spTree>
    <p:extLst>
      <p:ext uri="{BB962C8B-B14F-4D97-AF65-F5344CB8AC3E}">
        <p14:creationId xmlns:p14="http://schemas.microsoft.com/office/powerpoint/2010/main" val="112534433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a:solidFill>
                  <a:srgbClr val="334155"/>
                </a:solidFill>
                <a:latin typeface="Aptos" pitchFamily="34" charset="0"/>
                <a:ea typeface="Aptos" pitchFamily="34" charset="-122"/>
                <a:cs typeface="Aptos" pitchFamily="34" charset="-120"/>
              </a:rPr>
              <a:t>It rotates your view of the data so the biggest pattern becomes easy to see.</a:t>
            </a:r>
            <a:endParaRPr lang="en-US" sz="120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a:solidFill>
                  <a:srgbClr val="0F172A"/>
                </a:solidFill>
              </a:rPr>
              <a:t>Find the strongest shared direction</a:t>
            </a:r>
            <a:endParaRPr lang="en-US" sz="120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a:solidFill>
                  <a:srgbClr val="0F172A"/>
                </a:solidFill>
              </a:rPr>
              <a:t>Rank the new directions</a:t>
            </a:r>
            <a:endParaRPr lang="en-US" sz="120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a:solidFill>
                  <a:srgbClr val="0F172A"/>
                </a:solidFill>
              </a:rPr>
              <a:t>Keep only the first few</a:t>
            </a:r>
            <a:endParaRPr lang="en-US" sz="1200"/>
          </a:p>
          <a:p>
            <a:endParaRPr lang="en-CN"/>
          </a:p>
        </p:txBody>
      </p:sp>
      <p:sp>
        <p:nvSpPr>
          <p:cNvPr id="4" name="Slide Number Placeholder 3"/>
          <p:cNvSpPr>
            <a:spLocks noGrp="1"/>
          </p:cNvSpPr>
          <p:nvPr>
            <p:ph type="sldNum" sz="quarter" idx="5"/>
          </p:nvPr>
        </p:nvSpPr>
        <p:spPr/>
        <p:txBody>
          <a:bodyPr/>
          <a:lstStyle/>
          <a:p>
            <a:fld id="{F615DDFD-030C-4D5A-B33E-3A7E7538D2BE}" type="slidenum">
              <a:rPr lang="de-CH" smtClean="0"/>
              <a:t>6</a:t>
            </a:fld>
            <a:endParaRPr lang="de-CH"/>
          </a:p>
        </p:txBody>
      </p:sp>
    </p:spTree>
    <p:extLst>
      <p:ext uri="{BB962C8B-B14F-4D97-AF65-F5344CB8AC3E}">
        <p14:creationId xmlns:p14="http://schemas.microsoft.com/office/powerpoint/2010/main" val="1432614676"/>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elfolie 01">
    <p:spTree>
      <p:nvGrpSpPr>
        <p:cNvPr id="1" name=""/>
        <p:cNvGrpSpPr/>
        <p:nvPr/>
      </p:nvGrpSpPr>
      <p:grpSpPr>
        <a:xfrm>
          <a:off x="0" y="0"/>
          <a:ext cx="0" cy="0"/>
          <a:chOff x="0" y="0"/>
          <a:chExt cx="0" cy="0"/>
        </a:xfrm>
      </p:grpSpPr>
      <p:sp>
        <p:nvSpPr>
          <p:cNvPr id="5" name="Bildplatzhalter 4">
            <a:extLst>
              <a:ext uri="{FF2B5EF4-FFF2-40B4-BE49-F238E27FC236}">
                <a16:creationId xmlns:a16="http://schemas.microsoft.com/office/drawing/2014/main" id="{EB061823-3F7A-48C8-8477-B410C18AC1B7}"/>
              </a:ext>
            </a:extLst>
          </p:cNvPr>
          <p:cNvSpPr>
            <a:spLocks noGrp="1"/>
          </p:cNvSpPr>
          <p:nvPr>
            <p:ph type="pic" sz="quarter" idx="11"/>
          </p:nvPr>
        </p:nvSpPr>
        <p:spPr>
          <a:xfrm>
            <a:off x="731838" y="1016000"/>
            <a:ext cx="10728325" cy="5256000"/>
          </a:xfrm>
        </p:spPr>
        <p:txBody>
          <a:bodyPr lIns="5580000" tIns="0" rIns="0" anchor="ctr" anchorCtr="0"/>
          <a:lstStyle>
            <a:lvl1pPr marL="0" indent="0" algn="ctr">
              <a:buNone/>
              <a:defRPr/>
            </a:lvl1pPr>
          </a:lstStyle>
          <a:p>
            <a:r>
              <a:rPr lang="en-GB" noProof="0"/>
              <a:t>Click icon to add picture</a:t>
            </a:r>
            <a:endParaRPr lang="de-CH" noProof="0"/>
          </a:p>
        </p:txBody>
      </p:sp>
      <p:sp>
        <p:nvSpPr>
          <p:cNvPr id="2" name="Titel 1">
            <a:extLst>
              <a:ext uri="{FF2B5EF4-FFF2-40B4-BE49-F238E27FC236}">
                <a16:creationId xmlns:a16="http://schemas.microsoft.com/office/drawing/2014/main" id="{3491294E-BEE7-4DA8-BBC8-88E1A7B07AEF}"/>
              </a:ext>
            </a:extLst>
          </p:cNvPr>
          <p:cNvSpPr>
            <a:spLocks noGrp="1"/>
          </p:cNvSpPr>
          <p:nvPr>
            <p:ph type="ctrTitle"/>
          </p:nvPr>
        </p:nvSpPr>
        <p:spPr>
          <a:xfrm>
            <a:off x="0" y="2233538"/>
            <a:ext cx="5904000" cy="2772000"/>
          </a:xfrm>
          <a:solidFill>
            <a:schemeClr val="accent1"/>
          </a:solidFill>
        </p:spPr>
        <p:txBody>
          <a:bodyPr lIns="1080000" tIns="252000" anchor="t" anchorCtr="0"/>
          <a:lstStyle>
            <a:lvl1pPr algn="l">
              <a:lnSpc>
                <a:spcPct val="100000"/>
              </a:lnSpc>
              <a:defRPr sz="3600">
                <a:solidFill>
                  <a:schemeClr val="bg1"/>
                </a:solidFill>
              </a:defRPr>
            </a:lvl1pPr>
          </a:lstStyle>
          <a:p>
            <a:r>
              <a:rPr lang="en-GB" noProof="0"/>
              <a:t>Click to edit Master title style</a:t>
            </a:r>
            <a:endParaRPr lang="de-CH" noProof="0"/>
          </a:p>
        </p:txBody>
      </p:sp>
      <p:pic>
        <p:nvPicPr>
          <p:cNvPr id="10" name="Grafik 9">
            <a:extLst>
              <a:ext uri="{FF2B5EF4-FFF2-40B4-BE49-F238E27FC236}">
                <a16:creationId xmlns:a16="http://schemas.microsoft.com/office/drawing/2014/main" id="{0EE7317F-7892-4B0F-BA41-44765BB93F0C}"/>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31838" y="360538"/>
            <a:ext cx="1765565" cy="288000"/>
          </a:xfrm>
          <a:prstGeom prst="rect">
            <a:avLst/>
          </a:prstGeom>
        </p:spPr>
      </p:pic>
      <p:sp>
        <p:nvSpPr>
          <p:cNvPr id="9" name="Bildplatzhalter 8">
            <a:extLst>
              <a:ext uri="{FF2B5EF4-FFF2-40B4-BE49-F238E27FC236}">
                <a16:creationId xmlns:a16="http://schemas.microsoft.com/office/drawing/2014/main" id="{C3C296D1-2CD0-479F-A866-6EC741D2293B}"/>
              </a:ext>
            </a:extLst>
          </p:cNvPr>
          <p:cNvSpPr>
            <a:spLocks noGrp="1"/>
          </p:cNvSpPr>
          <p:nvPr>
            <p:ph type="pic" sz="quarter" idx="12"/>
          </p:nvPr>
        </p:nvSpPr>
        <p:spPr>
          <a:xfrm>
            <a:off x="10200163" y="6489088"/>
            <a:ext cx="1260000" cy="180000"/>
          </a:xfrm>
        </p:spPr>
        <p:txBody>
          <a:bodyPr/>
          <a:lstStyle>
            <a:lvl1pPr marL="0" indent="0" algn="l">
              <a:buNone/>
              <a:defRPr sz="700"/>
            </a:lvl1pPr>
          </a:lstStyle>
          <a:p>
            <a:r>
              <a:rPr lang="en-GB" noProof="0"/>
              <a:t>Click icon to add picture</a:t>
            </a:r>
            <a:endParaRPr lang="de-CH" noProof="0"/>
          </a:p>
        </p:txBody>
      </p:sp>
      <p:sp>
        <p:nvSpPr>
          <p:cNvPr id="4" name="Textplatzhalter 3">
            <a:extLst>
              <a:ext uri="{FF2B5EF4-FFF2-40B4-BE49-F238E27FC236}">
                <a16:creationId xmlns:a16="http://schemas.microsoft.com/office/drawing/2014/main" id="{EE41BE31-9613-4103-99FF-7DCFF643B329}"/>
              </a:ext>
            </a:extLst>
          </p:cNvPr>
          <p:cNvSpPr>
            <a:spLocks noGrp="1"/>
          </p:cNvSpPr>
          <p:nvPr>
            <p:ph type="body" sz="quarter" idx="13"/>
          </p:nvPr>
        </p:nvSpPr>
        <p:spPr>
          <a:xfrm>
            <a:off x="1078516" y="3860495"/>
            <a:ext cx="4680000" cy="1008000"/>
          </a:xfrm>
        </p:spPr>
        <p:txBody>
          <a:bodyPr/>
          <a:lstStyle>
            <a:lvl1pPr marL="0" indent="0">
              <a:lnSpc>
                <a:spcPct val="100000"/>
              </a:lnSpc>
              <a:spcBef>
                <a:spcPts val="0"/>
              </a:spcBef>
              <a:buNone/>
              <a:defRPr>
                <a:solidFill>
                  <a:schemeClr val="bg1"/>
                </a:solidFill>
              </a:defRPr>
            </a:lvl1pPr>
            <a:lvl2pPr marL="266700" indent="0">
              <a:lnSpc>
                <a:spcPct val="100000"/>
              </a:lnSpc>
              <a:spcBef>
                <a:spcPts val="0"/>
              </a:spcBef>
              <a:buNone/>
              <a:defRPr>
                <a:solidFill>
                  <a:schemeClr val="bg1"/>
                </a:solidFill>
              </a:defRPr>
            </a:lvl2pPr>
            <a:lvl3pPr marL="538163" indent="0">
              <a:lnSpc>
                <a:spcPct val="100000"/>
              </a:lnSpc>
              <a:spcBef>
                <a:spcPts val="0"/>
              </a:spcBef>
              <a:buNone/>
              <a:defRPr>
                <a:solidFill>
                  <a:schemeClr val="bg1"/>
                </a:solidFill>
              </a:defRPr>
            </a:lvl3pPr>
            <a:lvl4pPr marL="804862" indent="0">
              <a:lnSpc>
                <a:spcPct val="100000"/>
              </a:lnSpc>
              <a:spcBef>
                <a:spcPts val="0"/>
              </a:spcBef>
              <a:buNone/>
              <a:defRPr>
                <a:solidFill>
                  <a:schemeClr val="bg1"/>
                </a:solidFill>
              </a:defRPr>
            </a:lvl4pPr>
            <a:lvl5pPr marL="1076325" indent="0">
              <a:lnSpc>
                <a:spcPct val="100000"/>
              </a:lnSpc>
              <a:spcBef>
                <a:spcPts val="0"/>
              </a:spcBef>
              <a:buNone/>
              <a:defRPr>
                <a:solidFill>
                  <a:schemeClr val="bg1"/>
                </a:solidFill>
              </a:defRPr>
            </a:lvl5pPr>
          </a:lstStyle>
          <a:p>
            <a:pPr lvl="0"/>
            <a:r>
              <a:rPr lang="en-GB" noProof="0"/>
              <a:t>Click to edit Master text styles</a:t>
            </a:r>
          </a:p>
        </p:txBody>
      </p:sp>
      <p:sp>
        <p:nvSpPr>
          <p:cNvPr id="6" name="Textplatzhalter 5">
            <a:extLst>
              <a:ext uri="{FF2B5EF4-FFF2-40B4-BE49-F238E27FC236}">
                <a16:creationId xmlns:a16="http://schemas.microsoft.com/office/drawing/2014/main" id="{EDEB298C-798E-4D73-9DD6-F896C06530C1}"/>
              </a:ext>
            </a:extLst>
          </p:cNvPr>
          <p:cNvSpPr>
            <a:spLocks noGrp="1"/>
          </p:cNvSpPr>
          <p:nvPr>
            <p:ph type="body" sz="quarter" idx="16" hasCustomPrompt="1"/>
          </p:nvPr>
        </p:nvSpPr>
        <p:spPr>
          <a:xfrm>
            <a:off x="9696449" y="316800"/>
            <a:ext cx="1800000" cy="360000"/>
          </a:xfrm>
        </p:spPr>
        <p:txBody>
          <a:bodyPr anchor="b" anchorCtr="0"/>
          <a:lstStyle>
            <a:lvl1pPr marL="0" indent="0" algn="l">
              <a:spcBef>
                <a:spcPts val="0"/>
              </a:spcBef>
              <a:buNone/>
              <a:defRPr sz="1150"/>
            </a:lvl1pPr>
            <a:lvl2pPr>
              <a:defRPr sz="1150"/>
            </a:lvl2pPr>
            <a:lvl3pPr>
              <a:defRPr sz="1150"/>
            </a:lvl3pPr>
            <a:lvl4pPr>
              <a:defRPr sz="1150"/>
            </a:lvl4pPr>
            <a:lvl5pPr>
              <a:defRPr sz="1150"/>
            </a:lvl5pPr>
          </a:lstStyle>
          <a:p>
            <a:pPr lvl="0"/>
            <a:r>
              <a:rPr lang="de-DE"/>
              <a:t>Organisationseinheit verbal</a:t>
            </a:r>
            <a:br>
              <a:rPr lang="de-DE"/>
            </a:br>
            <a:r>
              <a:rPr lang="de-DE"/>
              <a:t>optional auf 2 Zeilen</a:t>
            </a:r>
          </a:p>
        </p:txBody>
      </p:sp>
    </p:spTree>
    <p:extLst>
      <p:ext uri="{BB962C8B-B14F-4D97-AF65-F5344CB8AC3E}">
        <p14:creationId xmlns:p14="http://schemas.microsoft.com/office/powerpoint/2010/main" val="4293381049"/>
      </p:ext>
    </p:extLst>
  </p:cSld>
  <p:clrMapOvr>
    <a:masterClrMapping/>
  </p:clrMapOvr>
  <p:extLst>
    <p:ext uri="{DCECCB84-F9BA-43D5-87BE-67443E8EF086}">
      <p15:sldGuideLst xmlns:p15="http://schemas.microsoft.com/office/powerpoint/2012/main">
        <p15:guide id="2" pos="3840" userDrawn="1">
          <p15:clr>
            <a:srgbClr val="FBAE40"/>
          </p15:clr>
        </p15:guide>
        <p15:guide id="3" orient="horz" pos="640" userDrawn="1">
          <p15:clr>
            <a:srgbClr val="FBAE40"/>
          </p15:clr>
        </p15:guide>
        <p15:guide id="4" orient="horz" pos="3952" userDrawn="1">
          <p15:clr>
            <a:srgbClr val="FBAE40"/>
          </p15:clr>
        </p15:guide>
        <p15:guide id="5" pos="6108"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elfolie 02">
    <p:spTree>
      <p:nvGrpSpPr>
        <p:cNvPr id="1" name=""/>
        <p:cNvGrpSpPr/>
        <p:nvPr/>
      </p:nvGrpSpPr>
      <p:grpSpPr>
        <a:xfrm>
          <a:off x="0" y="0"/>
          <a:ext cx="0" cy="0"/>
          <a:chOff x="0" y="0"/>
          <a:chExt cx="0" cy="0"/>
        </a:xfrm>
      </p:grpSpPr>
      <p:sp>
        <p:nvSpPr>
          <p:cNvPr id="11" name="Bildplatzhalter 4">
            <a:extLst>
              <a:ext uri="{FF2B5EF4-FFF2-40B4-BE49-F238E27FC236}">
                <a16:creationId xmlns:a16="http://schemas.microsoft.com/office/drawing/2014/main" id="{8A01615F-450E-43D0-B554-DA3FBD48DF34}"/>
              </a:ext>
            </a:extLst>
          </p:cNvPr>
          <p:cNvSpPr>
            <a:spLocks noGrp="1"/>
          </p:cNvSpPr>
          <p:nvPr>
            <p:ph type="pic" sz="quarter" idx="11"/>
          </p:nvPr>
        </p:nvSpPr>
        <p:spPr>
          <a:xfrm>
            <a:off x="731838" y="1016000"/>
            <a:ext cx="10728325" cy="5256000"/>
          </a:xfrm>
        </p:spPr>
        <p:txBody>
          <a:bodyPr lIns="0" tIns="0" rIns="5580000" anchor="ctr" anchorCtr="0"/>
          <a:lstStyle>
            <a:lvl1pPr marL="0" indent="0" algn="ctr">
              <a:buNone/>
              <a:defRPr/>
            </a:lvl1pPr>
          </a:lstStyle>
          <a:p>
            <a:r>
              <a:rPr lang="en-GB" noProof="0"/>
              <a:t>Click icon to add picture</a:t>
            </a:r>
            <a:endParaRPr lang="de-CH" noProof="0"/>
          </a:p>
        </p:txBody>
      </p:sp>
      <p:sp>
        <p:nvSpPr>
          <p:cNvPr id="2" name="Titel 1">
            <a:extLst>
              <a:ext uri="{FF2B5EF4-FFF2-40B4-BE49-F238E27FC236}">
                <a16:creationId xmlns:a16="http://schemas.microsoft.com/office/drawing/2014/main" id="{3491294E-BEE7-4DA8-BBC8-88E1A7B07AEF}"/>
              </a:ext>
            </a:extLst>
          </p:cNvPr>
          <p:cNvSpPr>
            <a:spLocks noGrp="1"/>
          </p:cNvSpPr>
          <p:nvPr>
            <p:ph type="ctrTitle"/>
          </p:nvPr>
        </p:nvSpPr>
        <p:spPr>
          <a:xfrm>
            <a:off x="6504000" y="2957494"/>
            <a:ext cx="5688000" cy="2268000"/>
          </a:xfrm>
          <a:solidFill>
            <a:schemeClr val="accent6"/>
          </a:solidFill>
        </p:spPr>
        <p:txBody>
          <a:bodyPr lIns="324000" tIns="252000" anchor="t" anchorCtr="0"/>
          <a:lstStyle>
            <a:lvl1pPr algn="l">
              <a:lnSpc>
                <a:spcPct val="100000"/>
              </a:lnSpc>
              <a:defRPr sz="3600">
                <a:solidFill>
                  <a:schemeClr val="bg1"/>
                </a:solidFill>
              </a:defRPr>
            </a:lvl1pPr>
          </a:lstStyle>
          <a:p>
            <a:r>
              <a:rPr lang="en-GB" noProof="0"/>
              <a:t>Click to edit Master title style</a:t>
            </a:r>
            <a:endParaRPr lang="de-CH" noProof="0"/>
          </a:p>
        </p:txBody>
      </p:sp>
      <p:pic>
        <p:nvPicPr>
          <p:cNvPr id="10" name="Grafik 9">
            <a:extLst>
              <a:ext uri="{FF2B5EF4-FFF2-40B4-BE49-F238E27FC236}">
                <a16:creationId xmlns:a16="http://schemas.microsoft.com/office/drawing/2014/main" id="{0EE7317F-7892-4B0F-BA41-44765BB93F0C}"/>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31838" y="360538"/>
            <a:ext cx="1765565" cy="288000"/>
          </a:xfrm>
          <a:prstGeom prst="rect">
            <a:avLst/>
          </a:prstGeom>
        </p:spPr>
      </p:pic>
      <p:sp>
        <p:nvSpPr>
          <p:cNvPr id="9" name="Textplatzhalter 3">
            <a:extLst>
              <a:ext uri="{FF2B5EF4-FFF2-40B4-BE49-F238E27FC236}">
                <a16:creationId xmlns:a16="http://schemas.microsoft.com/office/drawing/2014/main" id="{003A487C-8977-4264-A8A1-D6C1DB604682}"/>
              </a:ext>
            </a:extLst>
          </p:cNvPr>
          <p:cNvSpPr>
            <a:spLocks noGrp="1"/>
          </p:cNvSpPr>
          <p:nvPr>
            <p:ph type="body" sz="quarter" idx="13"/>
          </p:nvPr>
        </p:nvSpPr>
        <p:spPr>
          <a:xfrm>
            <a:off x="6845210" y="4639666"/>
            <a:ext cx="4320000" cy="468000"/>
          </a:xfrm>
        </p:spPr>
        <p:txBody>
          <a:bodyPr/>
          <a:lstStyle>
            <a:lvl1pPr marL="0" indent="0">
              <a:lnSpc>
                <a:spcPct val="100000"/>
              </a:lnSpc>
              <a:spcBef>
                <a:spcPts val="0"/>
              </a:spcBef>
              <a:buNone/>
              <a:defRPr>
                <a:solidFill>
                  <a:schemeClr val="bg1"/>
                </a:solidFill>
              </a:defRPr>
            </a:lvl1pPr>
            <a:lvl2pPr marL="266700" indent="0">
              <a:lnSpc>
                <a:spcPct val="100000"/>
              </a:lnSpc>
              <a:spcBef>
                <a:spcPts val="0"/>
              </a:spcBef>
              <a:buNone/>
              <a:defRPr>
                <a:solidFill>
                  <a:schemeClr val="bg1"/>
                </a:solidFill>
              </a:defRPr>
            </a:lvl2pPr>
            <a:lvl3pPr marL="538163" indent="0">
              <a:lnSpc>
                <a:spcPct val="100000"/>
              </a:lnSpc>
              <a:spcBef>
                <a:spcPts val="0"/>
              </a:spcBef>
              <a:buNone/>
              <a:defRPr>
                <a:solidFill>
                  <a:schemeClr val="bg1"/>
                </a:solidFill>
              </a:defRPr>
            </a:lvl3pPr>
            <a:lvl4pPr marL="804862" indent="0">
              <a:lnSpc>
                <a:spcPct val="100000"/>
              </a:lnSpc>
              <a:spcBef>
                <a:spcPts val="0"/>
              </a:spcBef>
              <a:buNone/>
              <a:defRPr>
                <a:solidFill>
                  <a:schemeClr val="bg1"/>
                </a:solidFill>
              </a:defRPr>
            </a:lvl4pPr>
            <a:lvl5pPr marL="1076325" indent="0">
              <a:lnSpc>
                <a:spcPct val="100000"/>
              </a:lnSpc>
              <a:spcBef>
                <a:spcPts val="0"/>
              </a:spcBef>
              <a:buNone/>
              <a:defRPr>
                <a:solidFill>
                  <a:schemeClr val="bg1"/>
                </a:solidFill>
              </a:defRPr>
            </a:lvl5pPr>
          </a:lstStyle>
          <a:p>
            <a:pPr lvl="0"/>
            <a:r>
              <a:rPr lang="en-GB" noProof="0"/>
              <a:t>Click to edit Master text styles</a:t>
            </a:r>
          </a:p>
        </p:txBody>
      </p:sp>
      <p:sp>
        <p:nvSpPr>
          <p:cNvPr id="13" name="Bildplatzhalter 8">
            <a:extLst>
              <a:ext uri="{FF2B5EF4-FFF2-40B4-BE49-F238E27FC236}">
                <a16:creationId xmlns:a16="http://schemas.microsoft.com/office/drawing/2014/main" id="{E91D3734-CD8F-4F94-A813-570EF31C4732}"/>
              </a:ext>
            </a:extLst>
          </p:cNvPr>
          <p:cNvSpPr>
            <a:spLocks noGrp="1"/>
          </p:cNvSpPr>
          <p:nvPr>
            <p:ph type="pic" sz="quarter" idx="12"/>
          </p:nvPr>
        </p:nvSpPr>
        <p:spPr>
          <a:xfrm>
            <a:off x="10200163" y="6489088"/>
            <a:ext cx="1260000" cy="180000"/>
          </a:xfrm>
        </p:spPr>
        <p:txBody>
          <a:bodyPr/>
          <a:lstStyle>
            <a:lvl1pPr marL="0" indent="0" algn="l">
              <a:buNone/>
              <a:defRPr sz="700"/>
            </a:lvl1pPr>
          </a:lstStyle>
          <a:p>
            <a:r>
              <a:rPr lang="en-GB" noProof="0"/>
              <a:t>Click icon to add picture</a:t>
            </a:r>
            <a:endParaRPr lang="de-CH" noProof="0"/>
          </a:p>
        </p:txBody>
      </p:sp>
      <p:sp>
        <p:nvSpPr>
          <p:cNvPr id="8" name="Textplatzhalter 5">
            <a:extLst>
              <a:ext uri="{FF2B5EF4-FFF2-40B4-BE49-F238E27FC236}">
                <a16:creationId xmlns:a16="http://schemas.microsoft.com/office/drawing/2014/main" id="{547D2927-4A99-4714-8EBA-F773EAA26308}"/>
              </a:ext>
            </a:extLst>
          </p:cNvPr>
          <p:cNvSpPr>
            <a:spLocks noGrp="1"/>
          </p:cNvSpPr>
          <p:nvPr>
            <p:ph type="body" sz="quarter" idx="16" hasCustomPrompt="1"/>
          </p:nvPr>
        </p:nvSpPr>
        <p:spPr>
          <a:xfrm>
            <a:off x="9696449" y="316800"/>
            <a:ext cx="1800000" cy="360000"/>
          </a:xfrm>
        </p:spPr>
        <p:txBody>
          <a:bodyPr anchor="b" anchorCtr="0"/>
          <a:lstStyle>
            <a:lvl1pPr marL="0" indent="0" algn="l">
              <a:spcBef>
                <a:spcPts val="0"/>
              </a:spcBef>
              <a:buNone/>
              <a:defRPr sz="1150"/>
            </a:lvl1pPr>
            <a:lvl2pPr>
              <a:defRPr sz="1150"/>
            </a:lvl2pPr>
            <a:lvl3pPr>
              <a:defRPr sz="1150"/>
            </a:lvl3pPr>
            <a:lvl4pPr>
              <a:defRPr sz="1150"/>
            </a:lvl4pPr>
            <a:lvl5pPr>
              <a:defRPr sz="1150"/>
            </a:lvl5pPr>
          </a:lstStyle>
          <a:p>
            <a:pPr lvl="0"/>
            <a:r>
              <a:rPr lang="de-DE"/>
              <a:t>Organisationseinheit verbal</a:t>
            </a:r>
            <a:br>
              <a:rPr lang="de-DE"/>
            </a:br>
            <a:r>
              <a:rPr lang="de-DE"/>
              <a:t>optional auf 2 Zeilen</a:t>
            </a:r>
          </a:p>
        </p:txBody>
      </p:sp>
    </p:spTree>
    <p:extLst>
      <p:ext uri="{BB962C8B-B14F-4D97-AF65-F5344CB8AC3E}">
        <p14:creationId xmlns:p14="http://schemas.microsoft.com/office/powerpoint/2010/main" val="100241141"/>
      </p:ext>
    </p:extLst>
  </p:cSld>
  <p:clrMapOvr>
    <a:masterClrMapping/>
  </p:clrMapOvr>
  <p:extLst>
    <p:ext uri="{DCECCB84-F9BA-43D5-87BE-67443E8EF086}">
      <p15:sldGuideLst xmlns:p15="http://schemas.microsoft.com/office/powerpoint/2012/main">
        <p15:guide id="3" orient="horz" pos="640">
          <p15:clr>
            <a:srgbClr val="FBAE40"/>
          </p15:clr>
        </p15:guide>
        <p15:guide id="4" orient="horz" pos="3952">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elfolie 03">
    <p:spTree>
      <p:nvGrpSpPr>
        <p:cNvPr id="1" name=""/>
        <p:cNvGrpSpPr/>
        <p:nvPr/>
      </p:nvGrpSpPr>
      <p:grpSpPr>
        <a:xfrm>
          <a:off x="0" y="0"/>
          <a:ext cx="0" cy="0"/>
          <a:chOff x="0" y="0"/>
          <a:chExt cx="0" cy="0"/>
        </a:xfrm>
      </p:grpSpPr>
      <p:sp>
        <p:nvSpPr>
          <p:cNvPr id="3" name="Rechteck 2">
            <a:extLst>
              <a:ext uri="{FF2B5EF4-FFF2-40B4-BE49-F238E27FC236}">
                <a16:creationId xmlns:a16="http://schemas.microsoft.com/office/drawing/2014/main" id="{62D94F76-218E-49F2-87F8-05982912ED18}"/>
              </a:ext>
            </a:extLst>
          </p:cNvPr>
          <p:cNvSpPr/>
          <p:nvPr userDrawn="1"/>
        </p:nvSpPr>
        <p:spPr>
          <a:xfrm>
            <a:off x="731838" y="1016000"/>
            <a:ext cx="10728325" cy="5257800"/>
          </a:xfrm>
          <a:prstGeom prst="rect">
            <a:avLst/>
          </a:prstGeom>
          <a:solidFill>
            <a:srgbClr val="8E671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CH" noProof="0"/>
          </a:p>
        </p:txBody>
      </p:sp>
      <p:sp>
        <p:nvSpPr>
          <p:cNvPr id="2" name="Titel 1">
            <a:extLst>
              <a:ext uri="{FF2B5EF4-FFF2-40B4-BE49-F238E27FC236}">
                <a16:creationId xmlns:a16="http://schemas.microsoft.com/office/drawing/2014/main" id="{3491294E-BEE7-4DA8-BBC8-88E1A7B07AEF}"/>
              </a:ext>
            </a:extLst>
          </p:cNvPr>
          <p:cNvSpPr>
            <a:spLocks noGrp="1"/>
          </p:cNvSpPr>
          <p:nvPr>
            <p:ph type="ctrTitle"/>
          </p:nvPr>
        </p:nvSpPr>
        <p:spPr>
          <a:xfrm>
            <a:off x="-1" y="1940405"/>
            <a:ext cx="10188000" cy="3420000"/>
          </a:xfrm>
          <a:solidFill>
            <a:schemeClr val="accent3"/>
          </a:solidFill>
          <a:ln>
            <a:noFill/>
          </a:ln>
        </p:spPr>
        <p:txBody>
          <a:bodyPr lIns="1080000" tIns="252000" anchor="t" anchorCtr="0"/>
          <a:lstStyle>
            <a:lvl1pPr algn="l">
              <a:lnSpc>
                <a:spcPct val="100000"/>
              </a:lnSpc>
              <a:defRPr sz="3600">
                <a:solidFill>
                  <a:schemeClr val="bg1"/>
                </a:solidFill>
              </a:defRPr>
            </a:lvl1pPr>
          </a:lstStyle>
          <a:p>
            <a:r>
              <a:rPr lang="en-GB" noProof="0"/>
              <a:t>Click to edit Master title style</a:t>
            </a:r>
            <a:endParaRPr lang="de-CH" noProof="0"/>
          </a:p>
        </p:txBody>
      </p:sp>
      <p:pic>
        <p:nvPicPr>
          <p:cNvPr id="10" name="Grafik 9">
            <a:extLst>
              <a:ext uri="{FF2B5EF4-FFF2-40B4-BE49-F238E27FC236}">
                <a16:creationId xmlns:a16="http://schemas.microsoft.com/office/drawing/2014/main" id="{0EE7317F-7892-4B0F-BA41-44765BB93F0C}"/>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31838" y="360538"/>
            <a:ext cx="1765565" cy="288000"/>
          </a:xfrm>
          <a:prstGeom prst="rect">
            <a:avLst/>
          </a:prstGeom>
        </p:spPr>
      </p:pic>
      <p:sp>
        <p:nvSpPr>
          <p:cNvPr id="7" name="Textplatzhalter 3">
            <a:extLst>
              <a:ext uri="{FF2B5EF4-FFF2-40B4-BE49-F238E27FC236}">
                <a16:creationId xmlns:a16="http://schemas.microsoft.com/office/drawing/2014/main" id="{0503E57F-F89F-431B-8D38-7CC97B7C201A}"/>
              </a:ext>
            </a:extLst>
          </p:cNvPr>
          <p:cNvSpPr>
            <a:spLocks noGrp="1"/>
          </p:cNvSpPr>
          <p:nvPr>
            <p:ph type="body" sz="quarter" idx="13"/>
          </p:nvPr>
        </p:nvSpPr>
        <p:spPr>
          <a:xfrm>
            <a:off x="1078516" y="4217884"/>
            <a:ext cx="8640000" cy="1008000"/>
          </a:xfrm>
        </p:spPr>
        <p:txBody>
          <a:bodyPr/>
          <a:lstStyle>
            <a:lvl1pPr marL="0" indent="0">
              <a:lnSpc>
                <a:spcPct val="100000"/>
              </a:lnSpc>
              <a:spcBef>
                <a:spcPts val="0"/>
              </a:spcBef>
              <a:buNone/>
              <a:defRPr>
                <a:solidFill>
                  <a:schemeClr val="bg1"/>
                </a:solidFill>
              </a:defRPr>
            </a:lvl1pPr>
            <a:lvl2pPr marL="266700" indent="0">
              <a:lnSpc>
                <a:spcPct val="100000"/>
              </a:lnSpc>
              <a:spcBef>
                <a:spcPts val="0"/>
              </a:spcBef>
              <a:buNone/>
              <a:defRPr>
                <a:solidFill>
                  <a:schemeClr val="bg1"/>
                </a:solidFill>
              </a:defRPr>
            </a:lvl2pPr>
            <a:lvl3pPr marL="538163" indent="0">
              <a:lnSpc>
                <a:spcPct val="100000"/>
              </a:lnSpc>
              <a:spcBef>
                <a:spcPts val="0"/>
              </a:spcBef>
              <a:buNone/>
              <a:defRPr>
                <a:solidFill>
                  <a:schemeClr val="bg1"/>
                </a:solidFill>
              </a:defRPr>
            </a:lvl3pPr>
            <a:lvl4pPr marL="804862" indent="0">
              <a:lnSpc>
                <a:spcPct val="100000"/>
              </a:lnSpc>
              <a:spcBef>
                <a:spcPts val="0"/>
              </a:spcBef>
              <a:buNone/>
              <a:defRPr>
                <a:solidFill>
                  <a:schemeClr val="bg1"/>
                </a:solidFill>
              </a:defRPr>
            </a:lvl4pPr>
            <a:lvl5pPr marL="1076325" indent="0">
              <a:lnSpc>
                <a:spcPct val="100000"/>
              </a:lnSpc>
              <a:spcBef>
                <a:spcPts val="0"/>
              </a:spcBef>
              <a:buNone/>
              <a:defRPr>
                <a:solidFill>
                  <a:schemeClr val="bg1"/>
                </a:solidFill>
              </a:defRPr>
            </a:lvl5pPr>
          </a:lstStyle>
          <a:p>
            <a:pPr lvl="0"/>
            <a:r>
              <a:rPr lang="en-GB" noProof="0"/>
              <a:t>Click to edit Master text styles</a:t>
            </a:r>
          </a:p>
        </p:txBody>
      </p:sp>
      <p:sp>
        <p:nvSpPr>
          <p:cNvPr id="12" name="Bildplatzhalter 8">
            <a:extLst>
              <a:ext uri="{FF2B5EF4-FFF2-40B4-BE49-F238E27FC236}">
                <a16:creationId xmlns:a16="http://schemas.microsoft.com/office/drawing/2014/main" id="{1BEB6197-C509-4752-B57E-CEE955F5D926}"/>
              </a:ext>
            </a:extLst>
          </p:cNvPr>
          <p:cNvSpPr>
            <a:spLocks noGrp="1"/>
          </p:cNvSpPr>
          <p:nvPr>
            <p:ph type="pic" sz="quarter" idx="12"/>
          </p:nvPr>
        </p:nvSpPr>
        <p:spPr>
          <a:xfrm>
            <a:off x="10200163" y="6489088"/>
            <a:ext cx="1260000" cy="180000"/>
          </a:xfrm>
        </p:spPr>
        <p:txBody>
          <a:bodyPr/>
          <a:lstStyle>
            <a:lvl1pPr marL="0" indent="0" algn="l">
              <a:buNone/>
              <a:defRPr sz="700"/>
            </a:lvl1pPr>
          </a:lstStyle>
          <a:p>
            <a:r>
              <a:rPr lang="en-GB" noProof="0"/>
              <a:t>Click icon to add picture</a:t>
            </a:r>
            <a:endParaRPr lang="de-CH" noProof="0"/>
          </a:p>
        </p:txBody>
      </p:sp>
      <p:sp>
        <p:nvSpPr>
          <p:cNvPr id="8" name="Textplatzhalter 5">
            <a:extLst>
              <a:ext uri="{FF2B5EF4-FFF2-40B4-BE49-F238E27FC236}">
                <a16:creationId xmlns:a16="http://schemas.microsoft.com/office/drawing/2014/main" id="{4ADF7DEC-21BD-45CA-9E91-B9F58A69F621}"/>
              </a:ext>
            </a:extLst>
          </p:cNvPr>
          <p:cNvSpPr>
            <a:spLocks noGrp="1"/>
          </p:cNvSpPr>
          <p:nvPr>
            <p:ph type="body" sz="quarter" idx="16" hasCustomPrompt="1"/>
          </p:nvPr>
        </p:nvSpPr>
        <p:spPr>
          <a:xfrm>
            <a:off x="9696449" y="316800"/>
            <a:ext cx="1800000" cy="360000"/>
          </a:xfrm>
        </p:spPr>
        <p:txBody>
          <a:bodyPr anchor="b" anchorCtr="0"/>
          <a:lstStyle>
            <a:lvl1pPr marL="0" indent="0" algn="l">
              <a:spcBef>
                <a:spcPts val="0"/>
              </a:spcBef>
              <a:buNone/>
              <a:defRPr sz="1150"/>
            </a:lvl1pPr>
            <a:lvl2pPr>
              <a:defRPr sz="1150"/>
            </a:lvl2pPr>
            <a:lvl3pPr>
              <a:defRPr sz="1150"/>
            </a:lvl3pPr>
            <a:lvl4pPr>
              <a:defRPr sz="1150"/>
            </a:lvl4pPr>
            <a:lvl5pPr>
              <a:defRPr sz="1150"/>
            </a:lvl5pPr>
          </a:lstStyle>
          <a:p>
            <a:pPr lvl="0"/>
            <a:r>
              <a:rPr lang="de-DE"/>
              <a:t>Organisationseinheit verbal</a:t>
            </a:r>
            <a:br>
              <a:rPr lang="de-DE"/>
            </a:br>
            <a:r>
              <a:rPr lang="de-DE"/>
              <a:t>optional auf 2 Zeilen</a:t>
            </a:r>
          </a:p>
        </p:txBody>
      </p:sp>
    </p:spTree>
    <p:extLst>
      <p:ext uri="{BB962C8B-B14F-4D97-AF65-F5344CB8AC3E}">
        <p14:creationId xmlns:p14="http://schemas.microsoft.com/office/powerpoint/2010/main" val="3924069494"/>
      </p:ext>
    </p:extLst>
  </p:cSld>
  <p:clrMapOvr>
    <a:masterClrMapping/>
  </p:clrMapOvr>
  <p:extLst>
    <p:ext uri="{DCECCB84-F9BA-43D5-87BE-67443E8EF086}">
      <p15:sldGuideLst xmlns:p15="http://schemas.microsoft.com/office/powerpoint/2012/main">
        <p15:guide id="3" orient="horz" pos="640">
          <p15:clr>
            <a:srgbClr val="FBAE40"/>
          </p15:clr>
        </p15:guide>
        <p15:guide id="4" orient="horz" pos="3952">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elfolie 04">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491294E-BEE7-4DA8-BBC8-88E1A7B07AEF}"/>
              </a:ext>
            </a:extLst>
          </p:cNvPr>
          <p:cNvSpPr>
            <a:spLocks noGrp="1"/>
          </p:cNvSpPr>
          <p:nvPr>
            <p:ph type="ctrTitle"/>
          </p:nvPr>
        </p:nvSpPr>
        <p:spPr>
          <a:xfrm>
            <a:off x="731837" y="1016000"/>
            <a:ext cx="10728326" cy="5256000"/>
          </a:xfrm>
          <a:solidFill>
            <a:schemeClr val="accent6"/>
          </a:solidFill>
          <a:ln>
            <a:noFill/>
          </a:ln>
        </p:spPr>
        <p:txBody>
          <a:bodyPr lIns="324000" tIns="1152000" anchor="t" anchorCtr="0"/>
          <a:lstStyle>
            <a:lvl1pPr algn="l">
              <a:lnSpc>
                <a:spcPct val="100000"/>
              </a:lnSpc>
              <a:defRPr sz="3600">
                <a:solidFill>
                  <a:schemeClr val="bg1"/>
                </a:solidFill>
              </a:defRPr>
            </a:lvl1pPr>
          </a:lstStyle>
          <a:p>
            <a:r>
              <a:rPr lang="en-GB" noProof="0"/>
              <a:t>Click to edit Master title style</a:t>
            </a:r>
            <a:endParaRPr lang="de-CH" noProof="0"/>
          </a:p>
        </p:txBody>
      </p:sp>
      <p:pic>
        <p:nvPicPr>
          <p:cNvPr id="10" name="Grafik 9">
            <a:extLst>
              <a:ext uri="{FF2B5EF4-FFF2-40B4-BE49-F238E27FC236}">
                <a16:creationId xmlns:a16="http://schemas.microsoft.com/office/drawing/2014/main" id="{0EE7317F-7892-4B0F-BA41-44765BB93F0C}"/>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31838" y="360538"/>
            <a:ext cx="1765565" cy="288000"/>
          </a:xfrm>
          <a:prstGeom prst="rect">
            <a:avLst/>
          </a:prstGeom>
        </p:spPr>
      </p:pic>
      <p:sp>
        <p:nvSpPr>
          <p:cNvPr id="6" name="Textplatzhalter 3">
            <a:extLst>
              <a:ext uri="{FF2B5EF4-FFF2-40B4-BE49-F238E27FC236}">
                <a16:creationId xmlns:a16="http://schemas.microsoft.com/office/drawing/2014/main" id="{5FCAD79B-EF47-46A0-9575-229F3DAA72F5}"/>
              </a:ext>
            </a:extLst>
          </p:cNvPr>
          <p:cNvSpPr>
            <a:spLocks noGrp="1"/>
          </p:cNvSpPr>
          <p:nvPr>
            <p:ph type="body" sz="quarter" idx="13"/>
          </p:nvPr>
        </p:nvSpPr>
        <p:spPr>
          <a:xfrm>
            <a:off x="1078515" y="5122625"/>
            <a:ext cx="10044000" cy="1008000"/>
          </a:xfrm>
        </p:spPr>
        <p:txBody>
          <a:bodyPr/>
          <a:lstStyle>
            <a:lvl1pPr marL="0" indent="0">
              <a:lnSpc>
                <a:spcPct val="100000"/>
              </a:lnSpc>
              <a:spcBef>
                <a:spcPts val="0"/>
              </a:spcBef>
              <a:buNone/>
              <a:defRPr>
                <a:solidFill>
                  <a:schemeClr val="bg1"/>
                </a:solidFill>
              </a:defRPr>
            </a:lvl1pPr>
            <a:lvl2pPr marL="266700" indent="0">
              <a:lnSpc>
                <a:spcPct val="100000"/>
              </a:lnSpc>
              <a:spcBef>
                <a:spcPts val="0"/>
              </a:spcBef>
              <a:buNone/>
              <a:defRPr>
                <a:solidFill>
                  <a:schemeClr val="bg1"/>
                </a:solidFill>
              </a:defRPr>
            </a:lvl2pPr>
            <a:lvl3pPr marL="538163" indent="0">
              <a:lnSpc>
                <a:spcPct val="100000"/>
              </a:lnSpc>
              <a:spcBef>
                <a:spcPts val="0"/>
              </a:spcBef>
              <a:buNone/>
              <a:defRPr>
                <a:solidFill>
                  <a:schemeClr val="bg1"/>
                </a:solidFill>
              </a:defRPr>
            </a:lvl3pPr>
            <a:lvl4pPr marL="804862" indent="0">
              <a:lnSpc>
                <a:spcPct val="100000"/>
              </a:lnSpc>
              <a:spcBef>
                <a:spcPts val="0"/>
              </a:spcBef>
              <a:buNone/>
              <a:defRPr>
                <a:solidFill>
                  <a:schemeClr val="bg1"/>
                </a:solidFill>
              </a:defRPr>
            </a:lvl4pPr>
            <a:lvl5pPr marL="1076325" indent="0">
              <a:lnSpc>
                <a:spcPct val="100000"/>
              </a:lnSpc>
              <a:spcBef>
                <a:spcPts val="0"/>
              </a:spcBef>
              <a:buNone/>
              <a:defRPr>
                <a:solidFill>
                  <a:schemeClr val="bg1"/>
                </a:solidFill>
              </a:defRPr>
            </a:lvl5pPr>
          </a:lstStyle>
          <a:p>
            <a:pPr lvl="0"/>
            <a:r>
              <a:rPr lang="en-GB" noProof="0"/>
              <a:t>Click to edit Master text styles</a:t>
            </a:r>
          </a:p>
        </p:txBody>
      </p:sp>
      <p:sp>
        <p:nvSpPr>
          <p:cNvPr id="8" name="Bildplatzhalter 8">
            <a:extLst>
              <a:ext uri="{FF2B5EF4-FFF2-40B4-BE49-F238E27FC236}">
                <a16:creationId xmlns:a16="http://schemas.microsoft.com/office/drawing/2014/main" id="{72236FC6-C8FF-43C1-86B9-BF112345926F}"/>
              </a:ext>
            </a:extLst>
          </p:cNvPr>
          <p:cNvSpPr>
            <a:spLocks noGrp="1"/>
          </p:cNvSpPr>
          <p:nvPr>
            <p:ph type="pic" sz="quarter" idx="12"/>
          </p:nvPr>
        </p:nvSpPr>
        <p:spPr>
          <a:xfrm>
            <a:off x="10200163" y="6489088"/>
            <a:ext cx="1260000" cy="180000"/>
          </a:xfrm>
        </p:spPr>
        <p:txBody>
          <a:bodyPr/>
          <a:lstStyle>
            <a:lvl1pPr marL="0" indent="0" algn="l">
              <a:buNone/>
              <a:defRPr sz="700"/>
            </a:lvl1pPr>
          </a:lstStyle>
          <a:p>
            <a:r>
              <a:rPr lang="en-GB" noProof="0"/>
              <a:t>Click icon to add picture</a:t>
            </a:r>
            <a:endParaRPr lang="de-CH" noProof="0"/>
          </a:p>
        </p:txBody>
      </p:sp>
      <p:sp>
        <p:nvSpPr>
          <p:cNvPr id="7" name="Textplatzhalter 5">
            <a:extLst>
              <a:ext uri="{FF2B5EF4-FFF2-40B4-BE49-F238E27FC236}">
                <a16:creationId xmlns:a16="http://schemas.microsoft.com/office/drawing/2014/main" id="{789A3267-E086-4EC3-A0BB-F8ECD01A5C7E}"/>
              </a:ext>
            </a:extLst>
          </p:cNvPr>
          <p:cNvSpPr>
            <a:spLocks noGrp="1"/>
          </p:cNvSpPr>
          <p:nvPr>
            <p:ph type="body" sz="quarter" idx="16" hasCustomPrompt="1"/>
          </p:nvPr>
        </p:nvSpPr>
        <p:spPr>
          <a:xfrm>
            <a:off x="9696449" y="316800"/>
            <a:ext cx="1800000" cy="360000"/>
          </a:xfrm>
        </p:spPr>
        <p:txBody>
          <a:bodyPr anchor="b" anchorCtr="0"/>
          <a:lstStyle>
            <a:lvl1pPr marL="0" indent="0" algn="l">
              <a:spcBef>
                <a:spcPts val="0"/>
              </a:spcBef>
              <a:buNone/>
              <a:defRPr sz="1150"/>
            </a:lvl1pPr>
            <a:lvl2pPr>
              <a:defRPr sz="1150"/>
            </a:lvl2pPr>
            <a:lvl3pPr>
              <a:defRPr sz="1150"/>
            </a:lvl3pPr>
            <a:lvl4pPr>
              <a:defRPr sz="1150"/>
            </a:lvl4pPr>
            <a:lvl5pPr>
              <a:defRPr sz="1150"/>
            </a:lvl5pPr>
          </a:lstStyle>
          <a:p>
            <a:pPr lvl="0"/>
            <a:r>
              <a:rPr lang="de-DE"/>
              <a:t>Organisationseinheit verbal</a:t>
            </a:r>
            <a:br>
              <a:rPr lang="de-DE"/>
            </a:br>
            <a:r>
              <a:rPr lang="de-DE"/>
              <a:t>optional auf 2 Zeilen</a:t>
            </a:r>
          </a:p>
        </p:txBody>
      </p:sp>
    </p:spTree>
    <p:extLst>
      <p:ext uri="{BB962C8B-B14F-4D97-AF65-F5344CB8AC3E}">
        <p14:creationId xmlns:p14="http://schemas.microsoft.com/office/powerpoint/2010/main" val="732532068"/>
      </p:ext>
    </p:extLst>
  </p:cSld>
  <p:clrMapOvr>
    <a:masterClrMapping/>
  </p:clrMapOvr>
  <p:extLst>
    <p:ext uri="{DCECCB84-F9BA-43D5-87BE-67443E8EF086}">
      <p15:sldGuideLst xmlns:p15="http://schemas.microsoft.com/office/powerpoint/2012/main">
        <p15:guide id="3" orient="horz" pos="640">
          <p15:clr>
            <a:srgbClr val="FBAE40"/>
          </p15:clr>
        </p15:guide>
        <p15:guide id="4" orient="horz" pos="3952">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elfolie 04 – Uni Zürich">
    <p:spTree>
      <p:nvGrpSpPr>
        <p:cNvPr id="1" name=""/>
        <p:cNvGrpSpPr/>
        <p:nvPr/>
      </p:nvGrpSpPr>
      <p:grpSpPr>
        <a:xfrm>
          <a:off x="0" y="0"/>
          <a:ext cx="0" cy="0"/>
          <a:chOff x="0" y="0"/>
          <a:chExt cx="0" cy="0"/>
        </a:xfrm>
      </p:grpSpPr>
      <p:sp>
        <p:nvSpPr>
          <p:cNvPr id="5" name="Bildplatzhalter 4">
            <a:extLst>
              <a:ext uri="{FF2B5EF4-FFF2-40B4-BE49-F238E27FC236}">
                <a16:creationId xmlns:a16="http://schemas.microsoft.com/office/drawing/2014/main" id="{EB061823-3F7A-48C8-8477-B410C18AC1B7}"/>
              </a:ext>
            </a:extLst>
          </p:cNvPr>
          <p:cNvSpPr>
            <a:spLocks noGrp="1"/>
          </p:cNvSpPr>
          <p:nvPr>
            <p:ph type="pic" sz="quarter" idx="11"/>
          </p:nvPr>
        </p:nvSpPr>
        <p:spPr>
          <a:xfrm>
            <a:off x="731838" y="1016000"/>
            <a:ext cx="10728325" cy="5256000"/>
          </a:xfrm>
        </p:spPr>
        <p:txBody>
          <a:bodyPr lIns="5580000" tIns="0" rIns="0" anchor="ctr" anchorCtr="0"/>
          <a:lstStyle>
            <a:lvl1pPr marL="0" indent="0" algn="ctr">
              <a:buNone/>
              <a:defRPr/>
            </a:lvl1pPr>
          </a:lstStyle>
          <a:p>
            <a:r>
              <a:rPr lang="en-GB" noProof="0"/>
              <a:t>Click icon to add picture</a:t>
            </a:r>
            <a:endParaRPr lang="de-CH" noProof="0"/>
          </a:p>
        </p:txBody>
      </p:sp>
      <p:sp>
        <p:nvSpPr>
          <p:cNvPr id="2" name="Titel 1">
            <a:extLst>
              <a:ext uri="{FF2B5EF4-FFF2-40B4-BE49-F238E27FC236}">
                <a16:creationId xmlns:a16="http://schemas.microsoft.com/office/drawing/2014/main" id="{3491294E-BEE7-4DA8-BBC8-88E1A7B07AEF}"/>
              </a:ext>
            </a:extLst>
          </p:cNvPr>
          <p:cNvSpPr>
            <a:spLocks noGrp="1"/>
          </p:cNvSpPr>
          <p:nvPr>
            <p:ph type="ctrTitle"/>
          </p:nvPr>
        </p:nvSpPr>
        <p:spPr>
          <a:xfrm>
            <a:off x="0" y="2233538"/>
            <a:ext cx="5904000" cy="2772000"/>
          </a:xfrm>
          <a:solidFill>
            <a:schemeClr val="accent2"/>
          </a:solidFill>
        </p:spPr>
        <p:txBody>
          <a:bodyPr lIns="1080000" tIns="252000" anchor="t" anchorCtr="0"/>
          <a:lstStyle>
            <a:lvl1pPr algn="l">
              <a:lnSpc>
                <a:spcPct val="100000"/>
              </a:lnSpc>
              <a:defRPr sz="3600">
                <a:solidFill>
                  <a:schemeClr val="bg1"/>
                </a:solidFill>
              </a:defRPr>
            </a:lvl1pPr>
          </a:lstStyle>
          <a:p>
            <a:r>
              <a:rPr lang="en-GB" noProof="0"/>
              <a:t>Click to edit Master title style</a:t>
            </a:r>
            <a:endParaRPr lang="de-CH" noProof="0"/>
          </a:p>
        </p:txBody>
      </p:sp>
      <p:pic>
        <p:nvPicPr>
          <p:cNvPr id="4" name="Grafik 3">
            <a:extLst>
              <a:ext uri="{FF2B5EF4-FFF2-40B4-BE49-F238E27FC236}">
                <a16:creationId xmlns:a16="http://schemas.microsoft.com/office/drawing/2014/main" id="{793E2EDD-B19F-478D-BB03-AD55EC1E86BD}"/>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27672" y="228020"/>
            <a:ext cx="3679200" cy="552508"/>
          </a:xfrm>
          <a:prstGeom prst="rect">
            <a:avLst/>
          </a:prstGeom>
        </p:spPr>
      </p:pic>
      <p:sp>
        <p:nvSpPr>
          <p:cNvPr id="7" name="Textplatzhalter 3">
            <a:extLst>
              <a:ext uri="{FF2B5EF4-FFF2-40B4-BE49-F238E27FC236}">
                <a16:creationId xmlns:a16="http://schemas.microsoft.com/office/drawing/2014/main" id="{D364BCB8-820F-4C3A-BA37-7048A4C8D4C3}"/>
              </a:ext>
            </a:extLst>
          </p:cNvPr>
          <p:cNvSpPr>
            <a:spLocks noGrp="1"/>
          </p:cNvSpPr>
          <p:nvPr>
            <p:ph type="body" sz="quarter" idx="13"/>
          </p:nvPr>
        </p:nvSpPr>
        <p:spPr>
          <a:xfrm>
            <a:off x="1078516" y="3860495"/>
            <a:ext cx="4680000" cy="1008000"/>
          </a:xfrm>
        </p:spPr>
        <p:txBody>
          <a:bodyPr/>
          <a:lstStyle>
            <a:lvl1pPr marL="0" indent="0">
              <a:lnSpc>
                <a:spcPct val="100000"/>
              </a:lnSpc>
              <a:spcBef>
                <a:spcPts val="0"/>
              </a:spcBef>
              <a:buNone/>
              <a:defRPr>
                <a:solidFill>
                  <a:schemeClr val="bg1"/>
                </a:solidFill>
              </a:defRPr>
            </a:lvl1pPr>
            <a:lvl2pPr marL="266700" indent="0">
              <a:lnSpc>
                <a:spcPct val="100000"/>
              </a:lnSpc>
              <a:spcBef>
                <a:spcPts val="0"/>
              </a:spcBef>
              <a:buNone/>
              <a:defRPr>
                <a:solidFill>
                  <a:schemeClr val="bg1"/>
                </a:solidFill>
              </a:defRPr>
            </a:lvl2pPr>
            <a:lvl3pPr marL="538163" indent="0">
              <a:lnSpc>
                <a:spcPct val="100000"/>
              </a:lnSpc>
              <a:spcBef>
                <a:spcPts val="0"/>
              </a:spcBef>
              <a:buNone/>
              <a:defRPr>
                <a:solidFill>
                  <a:schemeClr val="bg1"/>
                </a:solidFill>
              </a:defRPr>
            </a:lvl3pPr>
            <a:lvl4pPr marL="804862" indent="0">
              <a:lnSpc>
                <a:spcPct val="100000"/>
              </a:lnSpc>
              <a:spcBef>
                <a:spcPts val="0"/>
              </a:spcBef>
              <a:buNone/>
              <a:defRPr>
                <a:solidFill>
                  <a:schemeClr val="bg1"/>
                </a:solidFill>
              </a:defRPr>
            </a:lvl4pPr>
            <a:lvl5pPr marL="1076325" indent="0">
              <a:lnSpc>
                <a:spcPct val="100000"/>
              </a:lnSpc>
              <a:spcBef>
                <a:spcPts val="0"/>
              </a:spcBef>
              <a:buNone/>
              <a:defRPr>
                <a:solidFill>
                  <a:schemeClr val="bg1"/>
                </a:solidFill>
              </a:defRPr>
            </a:lvl5pPr>
          </a:lstStyle>
          <a:p>
            <a:pPr lvl="0"/>
            <a:r>
              <a:rPr lang="en-GB" noProof="0"/>
              <a:t>Click to edit Master text styles</a:t>
            </a:r>
          </a:p>
        </p:txBody>
      </p:sp>
      <p:sp>
        <p:nvSpPr>
          <p:cNvPr id="11" name="Bildplatzhalter 8">
            <a:extLst>
              <a:ext uri="{FF2B5EF4-FFF2-40B4-BE49-F238E27FC236}">
                <a16:creationId xmlns:a16="http://schemas.microsoft.com/office/drawing/2014/main" id="{A73913C2-8DFE-4F15-B2DB-2A6D5C267009}"/>
              </a:ext>
            </a:extLst>
          </p:cNvPr>
          <p:cNvSpPr>
            <a:spLocks noGrp="1"/>
          </p:cNvSpPr>
          <p:nvPr>
            <p:ph type="pic" sz="quarter" idx="12"/>
          </p:nvPr>
        </p:nvSpPr>
        <p:spPr>
          <a:xfrm>
            <a:off x="10200163" y="6489088"/>
            <a:ext cx="1260000" cy="180000"/>
          </a:xfrm>
        </p:spPr>
        <p:txBody>
          <a:bodyPr/>
          <a:lstStyle>
            <a:lvl1pPr marL="0" indent="0" algn="l">
              <a:buNone/>
              <a:defRPr sz="700"/>
            </a:lvl1pPr>
          </a:lstStyle>
          <a:p>
            <a:r>
              <a:rPr lang="en-GB" noProof="0"/>
              <a:t>Click icon to add picture</a:t>
            </a:r>
            <a:endParaRPr lang="de-CH" noProof="0"/>
          </a:p>
        </p:txBody>
      </p:sp>
      <p:sp>
        <p:nvSpPr>
          <p:cNvPr id="9" name="Textplatzhalter 5">
            <a:extLst>
              <a:ext uri="{FF2B5EF4-FFF2-40B4-BE49-F238E27FC236}">
                <a16:creationId xmlns:a16="http://schemas.microsoft.com/office/drawing/2014/main" id="{791A1AD7-DB7D-4C75-BEFB-EB6D34D3B2AB}"/>
              </a:ext>
            </a:extLst>
          </p:cNvPr>
          <p:cNvSpPr>
            <a:spLocks noGrp="1"/>
          </p:cNvSpPr>
          <p:nvPr>
            <p:ph type="body" sz="quarter" idx="16" hasCustomPrompt="1"/>
          </p:nvPr>
        </p:nvSpPr>
        <p:spPr>
          <a:xfrm>
            <a:off x="9696449" y="316800"/>
            <a:ext cx="1800000" cy="360000"/>
          </a:xfrm>
        </p:spPr>
        <p:txBody>
          <a:bodyPr anchor="b" anchorCtr="0"/>
          <a:lstStyle>
            <a:lvl1pPr marL="0" indent="0" algn="l">
              <a:spcBef>
                <a:spcPts val="0"/>
              </a:spcBef>
              <a:buNone/>
              <a:defRPr sz="1150"/>
            </a:lvl1pPr>
            <a:lvl2pPr>
              <a:defRPr sz="1150"/>
            </a:lvl2pPr>
            <a:lvl3pPr>
              <a:defRPr sz="1150"/>
            </a:lvl3pPr>
            <a:lvl4pPr>
              <a:defRPr sz="1150"/>
            </a:lvl4pPr>
            <a:lvl5pPr>
              <a:defRPr sz="1150"/>
            </a:lvl5pPr>
          </a:lstStyle>
          <a:p>
            <a:pPr lvl="0"/>
            <a:r>
              <a:rPr lang="de-DE"/>
              <a:t>Organisationseinheit verbal</a:t>
            </a:r>
            <a:br>
              <a:rPr lang="de-DE"/>
            </a:br>
            <a:r>
              <a:rPr lang="de-DE"/>
              <a:t>optional auf 2 Zeilen</a:t>
            </a:r>
          </a:p>
        </p:txBody>
      </p:sp>
    </p:spTree>
    <p:extLst>
      <p:ext uri="{BB962C8B-B14F-4D97-AF65-F5344CB8AC3E}">
        <p14:creationId xmlns:p14="http://schemas.microsoft.com/office/powerpoint/2010/main" val="2789257521"/>
      </p:ext>
    </p:extLst>
  </p:cSld>
  <p:clrMapOvr>
    <a:masterClrMapping/>
  </p:clrMapOvr>
  <p:extLst>
    <p:ext uri="{DCECCB84-F9BA-43D5-87BE-67443E8EF086}">
      <p15:sldGuideLst xmlns:p15="http://schemas.microsoft.com/office/powerpoint/2012/main">
        <p15:guide id="3" orient="horz" pos="640">
          <p15:clr>
            <a:srgbClr val="FBAE40"/>
          </p15:clr>
        </p15:guide>
        <p15:guide id="4" orient="horz" pos="3952">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Agenda">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346F7F9-CBC8-4641-B12B-7E76FD213E12}"/>
              </a:ext>
            </a:extLst>
          </p:cNvPr>
          <p:cNvSpPr>
            <a:spLocks noGrp="1"/>
          </p:cNvSpPr>
          <p:nvPr>
            <p:ph type="title"/>
          </p:nvPr>
        </p:nvSpPr>
        <p:spPr/>
        <p:txBody>
          <a:bodyPr/>
          <a:lstStyle/>
          <a:p>
            <a:r>
              <a:rPr lang="en-GB" noProof="0"/>
              <a:t>Click to edit Master title style</a:t>
            </a:r>
            <a:endParaRPr lang="de-CH" noProof="0"/>
          </a:p>
        </p:txBody>
      </p:sp>
      <p:sp>
        <p:nvSpPr>
          <p:cNvPr id="3" name="Inhaltsplatzhalter 2">
            <a:extLst>
              <a:ext uri="{FF2B5EF4-FFF2-40B4-BE49-F238E27FC236}">
                <a16:creationId xmlns:a16="http://schemas.microsoft.com/office/drawing/2014/main" id="{87D3E2EF-5F98-49EC-BCEA-B215D49920A3}"/>
              </a:ext>
            </a:extLst>
          </p:cNvPr>
          <p:cNvSpPr>
            <a:spLocks noGrp="1"/>
          </p:cNvSpPr>
          <p:nvPr>
            <p:ph idx="1"/>
          </p:nvPr>
        </p:nvSpPr>
        <p:spPr/>
        <p:txBody>
          <a:bodyPr/>
          <a:lstStyle>
            <a:lvl1pPr marL="539750" indent="-539750">
              <a:buFont typeface="+mj-lt"/>
              <a:buAutoNum type="arabicPeriod"/>
              <a:defRPr/>
            </a:lvl1pPr>
            <a:lvl2pPr marL="1079500" indent="-539750">
              <a:buFont typeface="+mj-lt"/>
              <a:buAutoNum type="arabicPeriod"/>
              <a:defRPr/>
            </a:lvl2pPr>
            <a:lvl3pPr marL="1612900" indent="-533400">
              <a:buFont typeface="+mj-lt"/>
              <a:buAutoNum type="arabicPeriod"/>
              <a:defRPr/>
            </a:lvl3pPr>
            <a:lvl4pPr marL="2152650" indent="-539750">
              <a:buFont typeface="+mj-lt"/>
              <a:buAutoNum type="arabicPeriod"/>
              <a:defRPr/>
            </a:lvl4pPr>
            <a:lvl5pPr marL="2692400" indent="-539750">
              <a:buFont typeface="+mj-lt"/>
              <a:buAutoNum type="arabicPeriod"/>
              <a:defRPr/>
            </a:lvl5pPr>
          </a:lstStyle>
          <a:p>
            <a:pPr lvl="0"/>
            <a:r>
              <a:rPr lang="en-GB" noProof="0"/>
              <a:t>Click to edit Master text styles</a:t>
            </a:r>
          </a:p>
          <a:p>
            <a:pPr lvl="1"/>
            <a:r>
              <a:rPr lang="en-GB" noProof="0"/>
              <a:t>Second level</a:t>
            </a:r>
          </a:p>
          <a:p>
            <a:pPr lvl="2"/>
            <a:r>
              <a:rPr lang="en-GB" noProof="0"/>
              <a:t>Third level</a:t>
            </a:r>
          </a:p>
          <a:p>
            <a:pPr lvl="3"/>
            <a:r>
              <a:rPr lang="en-GB" noProof="0"/>
              <a:t>Fourth level</a:t>
            </a:r>
          </a:p>
          <a:p>
            <a:pPr lvl="4"/>
            <a:r>
              <a:rPr lang="en-GB" noProof="0"/>
              <a:t>Fifth level</a:t>
            </a:r>
            <a:endParaRPr lang="de-CH" noProof="0"/>
          </a:p>
        </p:txBody>
      </p:sp>
      <p:sp>
        <p:nvSpPr>
          <p:cNvPr id="4" name="Datumsplatzhalter 3">
            <a:extLst>
              <a:ext uri="{FF2B5EF4-FFF2-40B4-BE49-F238E27FC236}">
                <a16:creationId xmlns:a16="http://schemas.microsoft.com/office/drawing/2014/main" id="{67DB21BA-81C0-43DB-A42C-5F672DBC37F2}"/>
              </a:ext>
            </a:extLst>
          </p:cNvPr>
          <p:cNvSpPr>
            <a:spLocks noGrp="1"/>
          </p:cNvSpPr>
          <p:nvPr>
            <p:ph type="dt" sz="half" idx="10"/>
          </p:nvPr>
        </p:nvSpPr>
        <p:spPr/>
        <p:txBody>
          <a:bodyPr/>
          <a:lstStyle/>
          <a:p>
            <a:fld id="{5D0C428F-CE7A-D849-8DA0-F7E5E9D1A25A}" type="datetime1">
              <a:rPr lang="en-US" noProof="0" smtClean="0"/>
              <a:t>3/30/26</a:t>
            </a:fld>
            <a:endParaRPr lang="de-CH" noProof="0"/>
          </a:p>
        </p:txBody>
      </p:sp>
      <p:sp>
        <p:nvSpPr>
          <p:cNvPr id="5" name="Fußzeilenplatzhalter 4">
            <a:extLst>
              <a:ext uri="{FF2B5EF4-FFF2-40B4-BE49-F238E27FC236}">
                <a16:creationId xmlns:a16="http://schemas.microsoft.com/office/drawing/2014/main" id="{1BC78786-28C3-4EAB-A3FC-1A4BFA8447EC}"/>
              </a:ext>
            </a:extLst>
          </p:cNvPr>
          <p:cNvSpPr>
            <a:spLocks noGrp="1"/>
          </p:cNvSpPr>
          <p:nvPr>
            <p:ph type="ftr" sz="quarter" idx="11"/>
          </p:nvPr>
        </p:nvSpPr>
        <p:spPr/>
        <p:txBody>
          <a:bodyPr/>
          <a:lstStyle/>
          <a:p>
            <a:r>
              <a:rPr lang="de-DE" noProof="0"/>
              <a:t>Organisationseinheit verbal</a:t>
            </a:r>
            <a:endParaRPr lang="de-CH" noProof="0"/>
          </a:p>
        </p:txBody>
      </p:sp>
      <p:sp>
        <p:nvSpPr>
          <p:cNvPr id="6" name="Foliennummernplatzhalter 5">
            <a:extLst>
              <a:ext uri="{FF2B5EF4-FFF2-40B4-BE49-F238E27FC236}">
                <a16:creationId xmlns:a16="http://schemas.microsoft.com/office/drawing/2014/main" id="{0FC1D5C1-A4AD-42D4-93B7-D3B71140E3A1}"/>
              </a:ext>
            </a:extLst>
          </p:cNvPr>
          <p:cNvSpPr>
            <a:spLocks noGrp="1"/>
          </p:cNvSpPr>
          <p:nvPr>
            <p:ph type="sldNum" sz="quarter" idx="12"/>
          </p:nvPr>
        </p:nvSpPr>
        <p:spPr/>
        <p:txBody>
          <a:bodyPr/>
          <a:lstStyle/>
          <a:p>
            <a:fld id="{5ACA52AF-F19D-405C-AD5F-7D94B96A5CC3}" type="slidenum">
              <a:rPr lang="de-CH" noProof="0" smtClean="0"/>
              <a:t>‹#›</a:t>
            </a:fld>
            <a:endParaRPr lang="de-CH" noProof="0"/>
          </a:p>
        </p:txBody>
      </p:sp>
      <p:pic>
        <p:nvPicPr>
          <p:cNvPr id="7" name="Grafik 6">
            <a:extLst>
              <a:ext uri="{FF2B5EF4-FFF2-40B4-BE49-F238E27FC236}">
                <a16:creationId xmlns:a16="http://schemas.microsoft.com/office/drawing/2014/main" id="{7F7C476A-2849-4D68-9FA2-3A5CFC13C833}"/>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31837" y="6507088"/>
            <a:ext cx="984462" cy="162000"/>
          </a:xfrm>
          <a:prstGeom prst="rect">
            <a:avLst/>
          </a:prstGeom>
        </p:spPr>
      </p:pic>
    </p:spTree>
    <p:extLst>
      <p:ext uri="{BB962C8B-B14F-4D97-AF65-F5344CB8AC3E}">
        <p14:creationId xmlns:p14="http://schemas.microsoft.com/office/powerpoint/2010/main" val="222159972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 preserve="1">
  <p:cSld name="Inhal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346F7F9-CBC8-4641-B12B-7E76FD213E12}"/>
              </a:ext>
            </a:extLst>
          </p:cNvPr>
          <p:cNvSpPr>
            <a:spLocks noGrp="1"/>
          </p:cNvSpPr>
          <p:nvPr>
            <p:ph type="title"/>
          </p:nvPr>
        </p:nvSpPr>
        <p:spPr/>
        <p:txBody>
          <a:bodyPr/>
          <a:lstStyle/>
          <a:p>
            <a:r>
              <a:rPr lang="en-GB" noProof="0"/>
              <a:t>Click to edit Master title style</a:t>
            </a:r>
            <a:endParaRPr lang="de-CH" noProof="0"/>
          </a:p>
        </p:txBody>
      </p:sp>
      <p:sp>
        <p:nvSpPr>
          <p:cNvPr id="3" name="Inhaltsplatzhalter 2">
            <a:extLst>
              <a:ext uri="{FF2B5EF4-FFF2-40B4-BE49-F238E27FC236}">
                <a16:creationId xmlns:a16="http://schemas.microsoft.com/office/drawing/2014/main" id="{87D3E2EF-5F98-49EC-BCEA-B215D49920A3}"/>
              </a:ext>
            </a:extLst>
          </p:cNvPr>
          <p:cNvSpPr>
            <a:spLocks noGrp="1"/>
          </p:cNvSpPr>
          <p:nvPr>
            <p:ph idx="1"/>
          </p:nvPr>
        </p:nvSpPr>
        <p:spPr/>
        <p:txBody>
          <a:bodyPr/>
          <a:lstStyle/>
          <a:p>
            <a:pPr lvl="0"/>
            <a:r>
              <a:rPr lang="en-GB" noProof="0"/>
              <a:t>Click to edit Master text styles</a:t>
            </a:r>
          </a:p>
          <a:p>
            <a:pPr lvl="1"/>
            <a:r>
              <a:rPr lang="en-GB" noProof="0"/>
              <a:t>Second level</a:t>
            </a:r>
          </a:p>
          <a:p>
            <a:pPr lvl="2"/>
            <a:r>
              <a:rPr lang="en-GB" noProof="0"/>
              <a:t>Third level</a:t>
            </a:r>
          </a:p>
          <a:p>
            <a:pPr lvl="3"/>
            <a:r>
              <a:rPr lang="en-GB" noProof="0"/>
              <a:t>Fourth level</a:t>
            </a:r>
          </a:p>
          <a:p>
            <a:pPr lvl="4"/>
            <a:r>
              <a:rPr lang="en-GB" noProof="0"/>
              <a:t>Fifth level</a:t>
            </a:r>
            <a:endParaRPr lang="de-CH" noProof="0"/>
          </a:p>
        </p:txBody>
      </p:sp>
      <p:sp>
        <p:nvSpPr>
          <p:cNvPr id="4" name="Datumsplatzhalter 3">
            <a:extLst>
              <a:ext uri="{FF2B5EF4-FFF2-40B4-BE49-F238E27FC236}">
                <a16:creationId xmlns:a16="http://schemas.microsoft.com/office/drawing/2014/main" id="{67DB21BA-81C0-43DB-A42C-5F672DBC37F2}"/>
              </a:ext>
            </a:extLst>
          </p:cNvPr>
          <p:cNvSpPr>
            <a:spLocks noGrp="1"/>
          </p:cNvSpPr>
          <p:nvPr>
            <p:ph type="dt" sz="half" idx="10"/>
          </p:nvPr>
        </p:nvSpPr>
        <p:spPr/>
        <p:txBody>
          <a:bodyPr/>
          <a:lstStyle/>
          <a:p>
            <a:fld id="{55A308D9-345B-6A47-860C-8AB758597577}" type="datetime1">
              <a:rPr lang="en-US" noProof="0" smtClean="0"/>
              <a:t>3/30/26</a:t>
            </a:fld>
            <a:endParaRPr lang="de-CH" noProof="0"/>
          </a:p>
        </p:txBody>
      </p:sp>
      <p:sp>
        <p:nvSpPr>
          <p:cNvPr id="5" name="Fußzeilenplatzhalter 4">
            <a:extLst>
              <a:ext uri="{FF2B5EF4-FFF2-40B4-BE49-F238E27FC236}">
                <a16:creationId xmlns:a16="http://schemas.microsoft.com/office/drawing/2014/main" id="{1BC78786-28C3-4EAB-A3FC-1A4BFA8447EC}"/>
              </a:ext>
            </a:extLst>
          </p:cNvPr>
          <p:cNvSpPr>
            <a:spLocks noGrp="1"/>
          </p:cNvSpPr>
          <p:nvPr>
            <p:ph type="ftr" sz="quarter" idx="11"/>
          </p:nvPr>
        </p:nvSpPr>
        <p:spPr/>
        <p:txBody>
          <a:bodyPr/>
          <a:lstStyle/>
          <a:p>
            <a:r>
              <a:rPr lang="de-DE" noProof="0"/>
              <a:t>Organisationseinheit verbal</a:t>
            </a:r>
            <a:endParaRPr lang="de-CH" noProof="0"/>
          </a:p>
        </p:txBody>
      </p:sp>
      <p:sp>
        <p:nvSpPr>
          <p:cNvPr id="6" name="Foliennummernplatzhalter 5">
            <a:extLst>
              <a:ext uri="{FF2B5EF4-FFF2-40B4-BE49-F238E27FC236}">
                <a16:creationId xmlns:a16="http://schemas.microsoft.com/office/drawing/2014/main" id="{0FC1D5C1-A4AD-42D4-93B7-D3B71140E3A1}"/>
              </a:ext>
            </a:extLst>
          </p:cNvPr>
          <p:cNvSpPr>
            <a:spLocks noGrp="1"/>
          </p:cNvSpPr>
          <p:nvPr>
            <p:ph type="sldNum" sz="quarter" idx="12"/>
          </p:nvPr>
        </p:nvSpPr>
        <p:spPr/>
        <p:txBody>
          <a:bodyPr/>
          <a:lstStyle/>
          <a:p>
            <a:fld id="{5ACA52AF-F19D-405C-AD5F-7D94B96A5CC3}" type="slidenum">
              <a:rPr lang="de-CH" noProof="0" smtClean="0"/>
              <a:t>‹#›</a:t>
            </a:fld>
            <a:endParaRPr lang="de-CH" noProof="0"/>
          </a:p>
        </p:txBody>
      </p:sp>
      <p:pic>
        <p:nvPicPr>
          <p:cNvPr id="7" name="Grafik 6">
            <a:extLst>
              <a:ext uri="{FF2B5EF4-FFF2-40B4-BE49-F238E27FC236}">
                <a16:creationId xmlns:a16="http://schemas.microsoft.com/office/drawing/2014/main" id="{7F7C476A-2849-4D68-9FA2-3A5CFC13C833}"/>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31837" y="6507088"/>
            <a:ext cx="984462" cy="162000"/>
          </a:xfrm>
          <a:prstGeom prst="rect">
            <a:avLst/>
          </a:prstGeom>
        </p:spPr>
      </p:pic>
    </p:spTree>
    <p:extLst>
      <p:ext uri="{BB962C8B-B14F-4D97-AF65-F5344CB8AC3E}">
        <p14:creationId xmlns:p14="http://schemas.microsoft.com/office/powerpoint/2010/main" val="188875313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Inhalt mit Fussnot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346F7F9-CBC8-4641-B12B-7E76FD213E12}"/>
              </a:ext>
            </a:extLst>
          </p:cNvPr>
          <p:cNvSpPr>
            <a:spLocks noGrp="1"/>
          </p:cNvSpPr>
          <p:nvPr>
            <p:ph type="title"/>
          </p:nvPr>
        </p:nvSpPr>
        <p:spPr/>
        <p:txBody>
          <a:bodyPr/>
          <a:lstStyle/>
          <a:p>
            <a:r>
              <a:rPr lang="en-GB" noProof="0"/>
              <a:t>Click to edit Master title style</a:t>
            </a:r>
            <a:endParaRPr lang="de-CH" noProof="0"/>
          </a:p>
        </p:txBody>
      </p:sp>
      <p:sp>
        <p:nvSpPr>
          <p:cNvPr id="3" name="Inhaltsplatzhalter 2">
            <a:extLst>
              <a:ext uri="{FF2B5EF4-FFF2-40B4-BE49-F238E27FC236}">
                <a16:creationId xmlns:a16="http://schemas.microsoft.com/office/drawing/2014/main" id="{87D3E2EF-5F98-49EC-BCEA-B215D49920A3}"/>
              </a:ext>
            </a:extLst>
          </p:cNvPr>
          <p:cNvSpPr>
            <a:spLocks noGrp="1"/>
          </p:cNvSpPr>
          <p:nvPr>
            <p:ph idx="1"/>
          </p:nvPr>
        </p:nvSpPr>
        <p:spPr>
          <a:xfrm>
            <a:off x="731837" y="1412875"/>
            <a:ext cx="10728325" cy="3960000"/>
          </a:xfrm>
        </p:spPr>
        <p:txBody>
          <a:bodyPr/>
          <a:lstStyle/>
          <a:p>
            <a:pPr lvl="0"/>
            <a:r>
              <a:rPr lang="en-GB" noProof="0"/>
              <a:t>Click to edit Master text styles</a:t>
            </a:r>
          </a:p>
          <a:p>
            <a:pPr lvl="1"/>
            <a:r>
              <a:rPr lang="en-GB" noProof="0"/>
              <a:t>Second level</a:t>
            </a:r>
          </a:p>
          <a:p>
            <a:pPr lvl="2"/>
            <a:r>
              <a:rPr lang="en-GB" noProof="0"/>
              <a:t>Third level</a:t>
            </a:r>
          </a:p>
          <a:p>
            <a:pPr lvl="3"/>
            <a:r>
              <a:rPr lang="en-GB" noProof="0"/>
              <a:t>Fourth level</a:t>
            </a:r>
          </a:p>
          <a:p>
            <a:pPr lvl="4"/>
            <a:r>
              <a:rPr lang="en-GB" noProof="0"/>
              <a:t>Fifth level</a:t>
            </a:r>
            <a:endParaRPr lang="de-CH" noProof="0"/>
          </a:p>
        </p:txBody>
      </p:sp>
      <p:sp>
        <p:nvSpPr>
          <p:cNvPr id="4" name="Datumsplatzhalter 3">
            <a:extLst>
              <a:ext uri="{FF2B5EF4-FFF2-40B4-BE49-F238E27FC236}">
                <a16:creationId xmlns:a16="http://schemas.microsoft.com/office/drawing/2014/main" id="{67DB21BA-81C0-43DB-A42C-5F672DBC37F2}"/>
              </a:ext>
            </a:extLst>
          </p:cNvPr>
          <p:cNvSpPr>
            <a:spLocks noGrp="1"/>
          </p:cNvSpPr>
          <p:nvPr>
            <p:ph type="dt" sz="half" idx="10"/>
          </p:nvPr>
        </p:nvSpPr>
        <p:spPr/>
        <p:txBody>
          <a:bodyPr/>
          <a:lstStyle/>
          <a:p>
            <a:fld id="{C4819206-AB69-704C-904A-33D8471DE56C}" type="datetime1">
              <a:rPr lang="en-US" noProof="0" smtClean="0"/>
              <a:t>3/30/26</a:t>
            </a:fld>
            <a:endParaRPr lang="de-CH" noProof="0"/>
          </a:p>
        </p:txBody>
      </p:sp>
      <p:sp>
        <p:nvSpPr>
          <p:cNvPr id="5" name="Fußzeilenplatzhalter 4">
            <a:extLst>
              <a:ext uri="{FF2B5EF4-FFF2-40B4-BE49-F238E27FC236}">
                <a16:creationId xmlns:a16="http://schemas.microsoft.com/office/drawing/2014/main" id="{1BC78786-28C3-4EAB-A3FC-1A4BFA8447EC}"/>
              </a:ext>
            </a:extLst>
          </p:cNvPr>
          <p:cNvSpPr>
            <a:spLocks noGrp="1"/>
          </p:cNvSpPr>
          <p:nvPr>
            <p:ph type="ftr" sz="quarter" idx="11"/>
          </p:nvPr>
        </p:nvSpPr>
        <p:spPr/>
        <p:txBody>
          <a:bodyPr/>
          <a:lstStyle/>
          <a:p>
            <a:r>
              <a:rPr lang="de-DE" noProof="0"/>
              <a:t>Organisationseinheit verbal</a:t>
            </a:r>
            <a:endParaRPr lang="de-CH" noProof="0"/>
          </a:p>
        </p:txBody>
      </p:sp>
      <p:sp>
        <p:nvSpPr>
          <p:cNvPr id="6" name="Foliennummernplatzhalter 5">
            <a:extLst>
              <a:ext uri="{FF2B5EF4-FFF2-40B4-BE49-F238E27FC236}">
                <a16:creationId xmlns:a16="http://schemas.microsoft.com/office/drawing/2014/main" id="{0FC1D5C1-A4AD-42D4-93B7-D3B71140E3A1}"/>
              </a:ext>
            </a:extLst>
          </p:cNvPr>
          <p:cNvSpPr>
            <a:spLocks noGrp="1"/>
          </p:cNvSpPr>
          <p:nvPr>
            <p:ph type="sldNum" sz="quarter" idx="12"/>
          </p:nvPr>
        </p:nvSpPr>
        <p:spPr/>
        <p:txBody>
          <a:bodyPr/>
          <a:lstStyle/>
          <a:p>
            <a:fld id="{5ACA52AF-F19D-405C-AD5F-7D94B96A5CC3}" type="slidenum">
              <a:rPr lang="de-CH" noProof="0" smtClean="0"/>
              <a:t>‹#›</a:t>
            </a:fld>
            <a:endParaRPr lang="de-CH" noProof="0"/>
          </a:p>
        </p:txBody>
      </p:sp>
      <p:pic>
        <p:nvPicPr>
          <p:cNvPr id="7" name="Grafik 6">
            <a:extLst>
              <a:ext uri="{FF2B5EF4-FFF2-40B4-BE49-F238E27FC236}">
                <a16:creationId xmlns:a16="http://schemas.microsoft.com/office/drawing/2014/main" id="{7F7C476A-2849-4D68-9FA2-3A5CFC13C833}"/>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31837" y="6507088"/>
            <a:ext cx="984462" cy="162000"/>
          </a:xfrm>
          <a:prstGeom prst="rect">
            <a:avLst/>
          </a:prstGeom>
        </p:spPr>
      </p:pic>
      <p:sp>
        <p:nvSpPr>
          <p:cNvPr id="11" name="Textplatzhalter 10">
            <a:extLst>
              <a:ext uri="{FF2B5EF4-FFF2-40B4-BE49-F238E27FC236}">
                <a16:creationId xmlns:a16="http://schemas.microsoft.com/office/drawing/2014/main" id="{2F6D94FA-21C6-4AE0-AA4F-3A077810ED93}"/>
              </a:ext>
            </a:extLst>
          </p:cNvPr>
          <p:cNvSpPr>
            <a:spLocks noGrp="1"/>
          </p:cNvSpPr>
          <p:nvPr>
            <p:ph type="body" sz="quarter" idx="13"/>
          </p:nvPr>
        </p:nvSpPr>
        <p:spPr>
          <a:xfrm>
            <a:off x="731836" y="5570135"/>
            <a:ext cx="5364164" cy="721233"/>
          </a:xfrm>
        </p:spPr>
        <p:txBody>
          <a:bodyPr anchor="b" anchorCtr="0"/>
          <a:lstStyle>
            <a:lvl1pPr marL="179388" indent="-179388">
              <a:spcBef>
                <a:spcPts val="0"/>
              </a:spcBef>
              <a:buFont typeface="+mj-lt"/>
              <a:buAutoNum type="arabicPeriod"/>
              <a:defRPr sz="800"/>
            </a:lvl1pPr>
            <a:lvl2pPr marL="266700" indent="0">
              <a:buNone/>
              <a:defRPr sz="800"/>
            </a:lvl2pPr>
            <a:lvl3pPr marL="538163" indent="0">
              <a:buNone/>
              <a:defRPr sz="800"/>
            </a:lvl3pPr>
            <a:lvl4pPr marL="804862" indent="0">
              <a:buNone/>
              <a:defRPr sz="800"/>
            </a:lvl4pPr>
            <a:lvl5pPr marL="1076325" indent="0">
              <a:buNone/>
              <a:defRPr sz="800"/>
            </a:lvl5pPr>
          </a:lstStyle>
          <a:p>
            <a:pPr lvl="0"/>
            <a:r>
              <a:rPr lang="en-GB" noProof="0"/>
              <a:t>Click to edit Master text styles</a:t>
            </a:r>
          </a:p>
        </p:txBody>
      </p:sp>
    </p:spTree>
    <p:extLst>
      <p:ext uri="{BB962C8B-B14F-4D97-AF65-F5344CB8AC3E}">
        <p14:creationId xmlns:p14="http://schemas.microsoft.com/office/powerpoint/2010/main" val="42600172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Zwischenslide">
    <p:bg>
      <p:bgPr>
        <a:solidFill>
          <a:schemeClr val="tx1"/>
        </a:solidFill>
        <a:effectLst/>
      </p:bgPr>
    </p:b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346F7F9-CBC8-4641-B12B-7E76FD213E12}"/>
              </a:ext>
            </a:extLst>
          </p:cNvPr>
          <p:cNvSpPr>
            <a:spLocks noGrp="1"/>
          </p:cNvSpPr>
          <p:nvPr>
            <p:ph type="title"/>
          </p:nvPr>
        </p:nvSpPr>
        <p:spPr>
          <a:xfrm>
            <a:off x="731837" y="2224781"/>
            <a:ext cx="10728325" cy="1260000"/>
          </a:xfrm>
        </p:spPr>
        <p:txBody>
          <a:bodyPr/>
          <a:lstStyle>
            <a:lvl1pPr>
              <a:lnSpc>
                <a:spcPct val="100000"/>
              </a:lnSpc>
              <a:defRPr sz="3600">
                <a:solidFill>
                  <a:schemeClr val="bg1"/>
                </a:solidFill>
              </a:defRPr>
            </a:lvl1pPr>
          </a:lstStyle>
          <a:p>
            <a:r>
              <a:rPr lang="en-GB" noProof="0"/>
              <a:t>Click to edit Master title style</a:t>
            </a:r>
            <a:endParaRPr lang="de-CH" noProof="0"/>
          </a:p>
        </p:txBody>
      </p:sp>
      <p:sp>
        <p:nvSpPr>
          <p:cNvPr id="4" name="Datumsplatzhalter 3">
            <a:extLst>
              <a:ext uri="{FF2B5EF4-FFF2-40B4-BE49-F238E27FC236}">
                <a16:creationId xmlns:a16="http://schemas.microsoft.com/office/drawing/2014/main" id="{67DB21BA-81C0-43DB-A42C-5F672DBC37F2}"/>
              </a:ext>
            </a:extLst>
          </p:cNvPr>
          <p:cNvSpPr>
            <a:spLocks noGrp="1"/>
          </p:cNvSpPr>
          <p:nvPr>
            <p:ph type="dt" sz="half" idx="10"/>
          </p:nvPr>
        </p:nvSpPr>
        <p:spPr/>
        <p:txBody>
          <a:bodyPr/>
          <a:lstStyle>
            <a:lvl1pPr>
              <a:defRPr>
                <a:solidFill>
                  <a:schemeClr val="bg1"/>
                </a:solidFill>
              </a:defRPr>
            </a:lvl1pPr>
          </a:lstStyle>
          <a:p>
            <a:fld id="{9F17F6B2-9B23-CB48-9747-09EB3C44A4CF}" type="datetime1">
              <a:rPr lang="en-US" noProof="0" smtClean="0"/>
              <a:t>3/30/26</a:t>
            </a:fld>
            <a:endParaRPr lang="de-CH" noProof="0"/>
          </a:p>
        </p:txBody>
      </p:sp>
      <p:sp>
        <p:nvSpPr>
          <p:cNvPr id="5" name="Fußzeilenplatzhalter 4">
            <a:extLst>
              <a:ext uri="{FF2B5EF4-FFF2-40B4-BE49-F238E27FC236}">
                <a16:creationId xmlns:a16="http://schemas.microsoft.com/office/drawing/2014/main" id="{1BC78786-28C3-4EAB-A3FC-1A4BFA8447EC}"/>
              </a:ext>
            </a:extLst>
          </p:cNvPr>
          <p:cNvSpPr>
            <a:spLocks noGrp="1"/>
          </p:cNvSpPr>
          <p:nvPr>
            <p:ph type="ftr" sz="quarter" idx="11"/>
          </p:nvPr>
        </p:nvSpPr>
        <p:spPr/>
        <p:txBody>
          <a:bodyPr/>
          <a:lstStyle>
            <a:lvl1pPr>
              <a:defRPr>
                <a:solidFill>
                  <a:schemeClr val="bg1"/>
                </a:solidFill>
              </a:defRPr>
            </a:lvl1pPr>
          </a:lstStyle>
          <a:p>
            <a:r>
              <a:rPr lang="de-DE" noProof="0"/>
              <a:t>Organisationseinheit verbal</a:t>
            </a:r>
            <a:endParaRPr lang="de-CH" noProof="0"/>
          </a:p>
        </p:txBody>
      </p:sp>
      <p:sp>
        <p:nvSpPr>
          <p:cNvPr id="6" name="Foliennummernplatzhalter 5">
            <a:extLst>
              <a:ext uri="{FF2B5EF4-FFF2-40B4-BE49-F238E27FC236}">
                <a16:creationId xmlns:a16="http://schemas.microsoft.com/office/drawing/2014/main" id="{0FC1D5C1-A4AD-42D4-93B7-D3B71140E3A1}"/>
              </a:ext>
            </a:extLst>
          </p:cNvPr>
          <p:cNvSpPr>
            <a:spLocks noGrp="1"/>
          </p:cNvSpPr>
          <p:nvPr>
            <p:ph type="sldNum" sz="quarter" idx="12"/>
          </p:nvPr>
        </p:nvSpPr>
        <p:spPr/>
        <p:txBody>
          <a:bodyPr/>
          <a:lstStyle>
            <a:lvl1pPr>
              <a:defRPr>
                <a:solidFill>
                  <a:schemeClr val="bg1"/>
                </a:solidFill>
              </a:defRPr>
            </a:lvl1pPr>
          </a:lstStyle>
          <a:p>
            <a:fld id="{5ACA52AF-F19D-405C-AD5F-7D94B96A5CC3}" type="slidenum">
              <a:rPr lang="de-CH" noProof="0" smtClean="0"/>
              <a:pPr/>
              <a:t>‹#›</a:t>
            </a:fld>
            <a:endParaRPr lang="de-CH" noProof="0"/>
          </a:p>
        </p:txBody>
      </p:sp>
      <p:grpSp>
        <p:nvGrpSpPr>
          <p:cNvPr id="10" name="Grafik 6">
            <a:extLst>
              <a:ext uri="{FF2B5EF4-FFF2-40B4-BE49-F238E27FC236}">
                <a16:creationId xmlns:a16="http://schemas.microsoft.com/office/drawing/2014/main" id="{7F7C476A-2849-4D68-9FA2-3A5CFC13C833}"/>
              </a:ext>
            </a:extLst>
          </p:cNvPr>
          <p:cNvGrpSpPr/>
          <p:nvPr/>
        </p:nvGrpSpPr>
        <p:grpSpPr>
          <a:xfrm>
            <a:off x="731837" y="6507088"/>
            <a:ext cx="984462" cy="162000"/>
            <a:chOff x="731837" y="6507088"/>
            <a:chExt cx="984462" cy="162000"/>
          </a:xfrm>
          <a:solidFill>
            <a:schemeClr val="bg1"/>
          </a:solidFill>
        </p:grpSpPr>
        <p:grpSp>
          <p:nvGrpSpPr>
            <p:cNvPr id="12" name="Grafik 6">
              <a:extLst>
                <a:ext uri="{FF2B5EF4-FFF2-40B4-BE49-F238E27FC236}">
                  <a16:creationId xmlns:a16="http://schemas.microsoft.com/office/drawing/2014/main" id="{7F7C476A-2849-4D68-9FA2-3A5CFC13C833}"/>
                </a:ext>
              </a:extLst>
            </p:cNvPr>
            <p:cNvGrpSpPr/>
            <p:nvPr/>
          </p:nvGrpSpPr>
          <p:grpSpPr>
            <a:xfrm>
              <a:off x="1266489" y="6555186"/>
              <a:ext cx="197463" cy="110963"/>
              <a:chOff x="1266489" y="6555186"/>
              <a:chExt cx="197463" cy="110963"/>
            </a:xfrm>
            <a:grpFill/>
          </p:grpSpPr>
          <p:sp>
            <p:nvSpPr>
              <p:cNvPr id="13" name="Freihandform: Form 12">
                <a:extLst>
                  <a:ext uri="{FF2B5EF4-FFF2-40B4-BE49-F238E27FC236}">
                    <a16:creationId xmlns:a16="http://schemas.microsoft.com/office/drawing/2014/main" id="{18BB0752-F87C-44D9-A9A5-97AF1DEDA1AE}"/>
                  </a:ext>
                </a:extLst>
              </p:cNvPr>
              <p:cNvSpPr/>
              <p:nvPr/>
            </p:nvSpPr>
            <p:spPr>
              <a:xfrm>
                <a:off x="1266489" y="6556934"/>
                <a:ext cx="95902" cy="109216"/>
              </a:xfrm>
              <a:custGeom>
                <a:avLst/>
                <a:gdLst>
                  <a:gd name="connsiteX0" fmla="*/ 66742 w 95902"/>
                  <a:gd name="connsiteY0" fmla="*/ 65797 h 109216"/>
                  <a:gd name="connsiteX1" fmla="*/ 35339 w 95902"/>
                  <a:gd name="connsiteY1" fmla="*/ 95082 h 109216"/>
                  <a:gd name="connsiteX2" fmla="*/ 15953 w 95902"/>
                  <a:gd name="connsiteY2" fmla="*/ 79537 h 109216"/>
                  <a:gd name="connsiteX3" fmla="*/ 15899 w 95902"/>
                  <a:gd name="connsiteY3" fmla="*/ 76265 h 109216"/>
                  <a:gd name="connsiteX4" fmla="*/ 16896 w 95902"/>
                  <a:gd name="connsiteY4" fmla="*/ 66295 h 109216"/>
                  <a:gd name="connsiteX5" fmla="*/ 30230 w 95902"/>
                  <a:gd name="connsiteY5" fmla="*/ 0 h 109216"/>
                  <a:gd name="connsiteX6" fmla="*/ 30230 w 95902"/>
                  <a:gd name="connsiteY6" fmla="*/ 0 h 109216"/>
                  <a:gd name="connsiteX7" fmla="*/ 14528 w 95902"/>
                  <a:gd name="connsiteY7" fmla="*/ 0 h 109216"/>
                  <a:gd name="connsiteX8" fmla="*/ 1194 w 95902"/>
                  <a:gd name="connsiteY8" fmla="*/ 67791 h 109216"/>
                  <a:gd name="connsiteX9" fmla="*/ 1194 w 95902"/>
                  <a:gd name="connsiteY9" fmla="*/ 68788 h 109216"/>
                  <a:gd name="connsiteX10" fmla="*/ 73 w 95902"/>
                  <a:gd name="connsiteY10" fmla="*/ 78508 h 109216"/>
                  <a:gd name="connsiteX11" fmla="*/ 26638 w 95902"/>
                  <a:gd name="connsiteY11" fmla="*/ 109122 h 109216"/>
                  <a:gd name="connsiteX12" fmla="*/ 29980 w 95902"/>
                  <a:gd name="connsiteY12" fmla="*/ 109163 h 109216"/>
                  <a:gd name="connsiteX13" fmla="*/ 61384 w 95902"/>
                  <a:gd name="connsiteY13" fmla="*/ 96702 h 109216"/>
                  <a:gd name="connsiteX14" fmla="*/ 59265 w 95902"/>
                  <a:gd name="connsiteY14" fmla="*/ 107917 h 109216"/>
                  <a:gd name="connsiteX15" fmla="*/ 59265 w 95902"/>
                  <a:gd name="connsiteY15" fmla="*/ 107917 h 109216"/>
                  <a:gd name="connsiteX16" fmla="*/ 74842 w 95902"/>
                  <a:gd name="connsiteY16" fmla="*/ 107917 h 109216"/>
                  <a:gd name="connsiteX17" fmla="*/ 95902 w 95902"/>
                  <a:gd name="connsiteY17" fmla="*/ 0 h 109216"/>
                  <a:gd name="connsiteX18" fmla="*/ 95902 w 95902"/>
                  <a:gd name="connsiteY18" fmla="*/ 0 h 109216"/>
                  <a:gd name="connsiteX19" fmla="*/ 79951 w 95902"/>
                  <a:gd name="connsiteY19" fmla="*/ 0 h 1092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95902" h="109216">
                    <a:moveTo>
                      <a:pt x="66742" y="65797"/>
                    </a:moveTo>
                    <a:cubicBezTo>
                      <a:pt x="65228" y="82115"/>
                      <a:pt x="51723" y="94709"/>
                      <a:pt x="35339" y="95082"/>
                    </a:cubicBezTo>
                    <a:cubicBezTo>
                      <a:pt x="25692" y="96142"/>
                      <a:pt x="17013" y="89183"/>
                      <a:pt x="15953" y="79537"/>
                    </a:cubicBezTo>
                    <a:cubicBezTo>
                      <a:pt x="15833" y="78450"/>
                      <a:pt x="15814" y="77355"/>
                      <a:pt x="15899" y="76265"/>
                    </a:cubicBezTo>
                    <a:cubicBezTo>
                      <a:pt x="15976" y="72921"/>
                      <a:pt x="16309" y="69588"/>
                      <a:pt x="16896" y="66295"/>
                    </a:cubicBezTo>
                    <a:lnTo>
                      <a:pt x="30230" y="0"/>
                    </a:lnTo>
                    <a:lnTo>
                      <a:pt x="30230" y="0"/>
                    </a:lnTo>
                    <a:lnTo>
                      <a:pt x="14528" y="0"/>
                    </a:lnTo>
                    <a:lnTo>
                      <a:pt x="1194" y="67791"/>
                    </a:lnTo>
                    <a:lnTo>
                      <a:pt x="1194" y="68788"/>
                    </a:lnTo>
                    <a:cubicBezTo>
                      <a:pt x="472" y="71978"/>
                      <a:pt x="95" y="75237"/>
                      <a:pt x="73" y="78508"/>
                    </a:cubicBezTo>
                    <a:cubicBezTo>
                      <a:pt x="-1045" y="94298"/>
                      <a:pt x="10848" y="108004"/>
                      <a:pt x="26638" y="109122"/>
                    </a:cubicBezTo>
                    <a:cubicBezTo>
                      <a:pt x="27751" y="109200"/>
                      <a:pt x="28866" y="109214"/>
                      <a:pt x="29980" y="109163"/>
                    </a:cubicBezTo>
                    <a:cubicBezTo>
                      <a:pt x="41760" y="109765"/>
                      <a:pt x="53221" y="105218"/>
                      <a:pt x="61384" y="96702"/>
                    </a:cubicBezTo>
                    <a:lnTo>
                      <a:pt x="59265" y="107917"/>
                    </a:lnTo>
                    <a:lnTo>
                      <a:pt x="59265" y="107917"/>
                    </a:lnTo>
                    <a:lnTo>
                      <a:pt x="74842" y="107917"/>
                    </a:lnTo>
                    <a:lnTo>
                      <a:pt x="95902" y="0"/>
                    </a:lnTo>
                    <a:lnTo>
                      <a:pt x="95902" y="0"/>
                    </a:lnTo>
                    <a:lnTo>
                      <a:pt x="79951" y="0"/>
                    </a:lnTo>
                    <a:close/>
                  </a:path>
                </a:pathLst>
              </a:custGeom>
              <a:grpFill/>
              <a:ln w="12419" cap="flat">
                <a:noFill/>
                <a:prstDash val="solid"/>
                <a:miter/>
              </a:ln>
            </p:spPr>
            <p:txBody>
              <a:bodyPr rtlCol="0" anchor="ctr"/>
              <a:lstStyle/>
              <a:p>
                <a:endParaRPr lang="de-CH" noProof="0"/>
              </a:p>
            </p:txBody>
          </p:sp>
          <p:sp>
            <p:nvSpPr>
              <p:cNvPr id="14" name="Freihandform: Form 13">
                <a:extLst>
                  <a:ext uri="{FF2B5EF4-FFF2-40B4-BE49-F238E27FC236}">
                    <a16:creationId xmlns:a16="http://schemas.microsoft.com/office/drawing/2014/main" id="{ED44DE23-7081-4AC9-BF06-502BEC71C004}"/>
                  </a:ext>
                </a:extLst>
              </p:cNvPr>
              <p:cNvSpPr/>
              <p:nvPr/>
            </p:nvSpPr>
            <p:spPr>
              <a:xfrm>
                <a:off x="1376472" y="6555186"/>
                <a:ext cx="87480" cy="109664"/>
              </a:xfrm>
              <a:custGeom>
                <a:avLst/>
                <a:gdLst>
                  <a:gd name="connsiteX0" fmla="*/ 64302 w 87480"/>
                  <a:gd name="connsiteY0" fmla="*/ 3 h 109664"/>
                  <a:gd name="connsiteX1" fmla="*/ 34518 w 87480"/>
                  <a:gd name="connsiteY1" fmla="*/ 14209 h 109664"/>
                  <a:gd name="connsiteX2" fmla="*/ 36886 w 87480"/>
                  <a:gd name="connsiteY2" fmla="*/ 1747 h 109664"/>
                  <a:gd name="connsiteX3" fmla="*/ 36886 w 87480"/>
                  <a:gd name="connsiteY3" fmla="*/ 1747 h 109664"/>
                  <a:gd name="connsiteX4" fmla="*/ 21434 w 87480"/>
                  <a:gd name="connsiteY4" fmla="*/ 1747 h 109664"/>
                  <a:gd name="connsiteX5" fmla="*/ 0 w 87480"/>
                  <a:gd name="connsiteY5" fmla="*/ 109664 h 109664"/>
                  <a:gd name="connsiteX6" fmla="*/ 0 w 87480"/>
                  <a:gd name="connsiteY6" fmla="*/ 109664 h 109664"/>
                  <a:gd name="connsiteX7" fmla="*/ 15826 w 87480"/>
                  <a:gd name="connsiteY7" fmla="*/ 109664 h 109664"/>
                  <a:gd name="connsiteX8" fmla="*/ 28288 w 87480"/>
                  <a:gd name="connsiteY8" fmla="*/ 43493 h 109664"/>
                  <a:gd name="connsiteX9" fmla="*/ 59940 w 87480"/>
                  <a:gd name="connsiteY9" fmla="*/ 14209 h 109664"/>
                  <a:gd name="connsiteX10" fmla="*/ 75019 w 87480"/>
                  <a:gd name="connsiteY10" fmla="*/ 21810 h 109664"/>
                  <a:gd name="connsiteX11" fmla="*/ 75019 w 87480"/>
                  <a:gd name="connsiteY11" fmla="*/ 21810 h 109664"/>
                  <a:gd name="connsiteX12" fmla="*/ 87480 w 87480"/>
                  <a:gd name="connsiteY12" fmla="*/ 10346 h 109664"/>
                  <a:gd name="connsiteX13" fmla="*/ 87480 w 87480"/>
                  <a:gd name="connsiteY13" fmla="*/ 10346 h 109664"/>
                  <a:gd name="connsiteX14" fmla="*/ 63928 w 87480"/>
                  <a:gd name="connsiteY14" fmla="*/ 252 h 1096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87480" h="109664">
                    <a:moveTo>
                      <a:pt x="64302" y="3"/>
                    </a:moveTo>
                    <a:cubicBezTo>
                      <a:pt x="52709" y="-136"/>
                      <a:pt x="41706" y="5111"/>
                      <a:pt x="34518" y="14209"/>
                    </a:cubicBezTo>
                    <a:lnTo>
                      <a:pt x="36886" y="1747"/>
                    </a:lnTo>
                    <a:lnTo>
                      <a:pt x="36886" y="1747"/>
                    </a:lnTo>
                    <a:lnTo>
                      <a:pt x="21434" y="1747"/>
                    </a:lnTo>
                    <a:lnTo>
                      <a:pt x="0" y="109664"/>
                    </a:lnTo>
                    <a:lnTo>
                      <a:pt x="0" y="109664"/>
                    </a:lnTo>
                    <a:lnTo>
                      <a:pt x="15826" y="109664"/>
                    </a:lnTo>
                    <a:lnTo>
                      <a:pt x="28288" y="43493"/>
                    </a:lnTo>
                    <a:cubicBezTo>
                      <a:pt x="30515" y="27438"/>
                      <a:pt x="43760" y="15183"/>
                      <a:pt x="59940" y="14209"/>
                    </a:cubicBezTo>
                    <a:cubicBezTo>
                      <a:pt x="65919" y="14072"/>
                      <a:pt x="71573" y="16922"/>
                      <a:pt x="75019" y="21810"/>
                    </a:cubicBezTo>
                    <a:lnTo>
                      <a:pt x="75019" y="21810"/>
                    </a:lnTo>
                    <a:lnTo>
                      <a:pt x="87480" y="10346"/>
                    </a:lnTo>
                    <a:lnTo>
                      <a:pt x="87480" y="10346"/>
                    </a:lnTo>
                    <a:cubicBezTo>
                      <a:pt x="81552" y="3603"/>
                      <a:pt x="72899" y="-105"/>
                      <a:pt x="63928" y="252"/>
                    </a:cubicBezTo>
                  </a:path>
                </a:pathLst>
              </a:custGeom>
              <a:grpFill/>
              <a:ln w="12419" cap="flat">
                <a:noFill/>
                <a:prstDash val="solid"/>
                <a:miter/>
              </a:ln>
            </p:spPr>
            <p:txBody>
              <a:bodyPr rtlCol="0" anchor="ctr"/>
              <a:lstStyle/>
              <a:p>
                <a:endParaRPr lang="de-CH" noProof="0"/>
              </a:p>
            </p:txBody>
          </p:sp>
        </p:grpSp>
        <p:sp>
          <p:nvSpPr>
            <p:cNvPr id="15" name="Freihandform: Form 14">
              <a:extLst>
                <a:ext uri="{FF2B5EF4-FFF2-40B4-BE49-F238E27FC236}">
                  <a16:creationId xmlns:a16="http://schemas.microsoft.com/office/drawing/2014/main" id="{18C24FD2-AEE2-43CA-8EB3-8E646C2E5E46}"/>
                </a:ext>
              </a:extLst>
            </p:cNvPr>
            <p:cNvSpPr/>
            <p:nvPr/>
          </p:nvSpPr>
          <p:spPr>
            <a:xfrm>
              <a:off x="1159517" y="6556560"/>
              <a:ext cx="96452" cy="108166"/>
            </a:xfrm>
            <a:custGeom>
              <a:avLst/>
              <a:gdLst>
                <a:gd name="connsiteX0" fmla="*/ 23303 w 96452"/>
                <a:gd name="connsiteY0" fmla="*/ 0 h 108166"/>
                <a:gd name="connsiteX1" fmla="*/ 20562 w 96452"/>
                <a:gd name="connsiteY1" fmla="*/ 13708 h 108166"/>
                <a:gd name="connsiteX2" fmla="*/ 20562 w 96452"/>
                <a:gd name="connsiteY2" fmla="*/ 13957 h 108166"/>
                <a:gd name="connsiteX3" fmla="*/ 74271 w 96452"/>
                <a:gd name="connsiteY3" fmla="*/ 13957 h 108166"/>
                <a:gd name="connsiteX4" fmla="*/ 2742 w 96452"/>
                <a:gd name="connsiteY4" fmla="*/ 94957 h 108166"/>
                <a:gd name="connsiteX5" fmla="*/ 2617 w 96452"/>
                <a:gd name="connsiteY5" fmla="*/ 94957 h 108166"/>
                <a:gd name="connsiteX6" fmla="*/ 0 w 96452"/>
                <a:gd name="connsiteY6" fmla="*/ 108166 h 108166"/>
                <a:gd name="connsiteX7" fmla="*/ 76265 w 96452"/>
                <a:gd name="connsiteY7" fmla="*/ 108166 h 108166"/>
                <a:gd name="connsiteX8" fmla="*/ 79006 w 96452"/>
                <a:gd name="connsiteY8" fmla="*/ 94209 h 108166"/>
                <a:gd name="connsiteX9" fmla="*/ 21932 w 96452"/>
                <a:gd name="connsiteY9" fmla="*/ 94209 h 108166"/>
                <a:gd name="connsiteX10" fmla="*/ 93835 w 96452"/>
                <a:gd name="connsiteY10" fmla="*/ 13209 h 108166"/>
                <a:gd name="connsiteX11" fmla="*/ 93835 w 96452"/>
                <a:gd name="connsiteY11" fmla="*/ 13209 h 108166"/>
                <a:gd name="connsiteX12" fmla="*/ 96452 w 96452"/>
                <a:gd name="connsiteY12" fmla="*/ 0 h 108166"/>
                <a:gd name="connsiteX13" fmla="*/ 23303 w 96452"/>
                <a:gd name="connsiteY13" fmla="*/ 0 h 1081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96452" h="108166">
                  <a:moveTo>
                    <a:pt x="23303" y="0"/>
                  </a:moveTo>
                  <a:lnTo>
                    <a:pt x="20562" y="13708"/>
                  </a:lnTo>
                  <a:lnTo>
                    <a:pt x="20562" y="13957"/>
                  </a:lnTo>
                  <a:lnTo>
                    <a:pt x="74271" y="13957"/>
                  </a:lnTo>
                  <a:lnTo>
                    <a:pt x="2742" y="94957"/>
                  </a:lnTo>
                  <a:lnTo>
                    <a:pt x="2617" y="94957"/>
                  </a:lnTo>
                  <a:lnTo>
                    <a:pt x="0" y="108166"/>
                  </a:lnTo>
                  <a:lnTo>
                    <a:pt x="76265" y="108166"/>
                  </a:lnTo>
                  <a:lnTo>
                    <a:pt x="79006" y="94209"/>
                  </a:lnTo>
                  <a:lnTo>
                    <a:pt x="21932" y="94209"/>
                  </a:lnTo>
                  <a:lnTo>
                    <a:pt x="93835" y="13209"/>
                  </a:lnTo>
                  <a:lnTo>
                    <a:pt x="93835" y="13209"/>
                  </a:lnTo>
                  <a:lnTo>
                    <a:pt x="96452" y="0"/>
                  </a:lnTo>
                  <a:lnTo>
                    <a:pt x="23303" y="0"/>
                  </a:lnTo>
                  <a:close/>
                </a:path>
              </a:pathLst>
            </a:custGeom>
            <a:grpFill/>
            <a:ln w="12419" cap="flat">
              <a:noFill/>
              <a:prstDash val="solid"/>
              <a:miter/>
            </a:ln>
          </p:spPr>
          <p:txBody>
            <a:bodyPr rtlCol="0" anchor="ctr"/>
            <a:lstStyle/>
            <a:p>
              <a:endParaRPr lang="de-CH" noProof="0"/>
            </a:p>
          </p:txBody>
        </p:sp>
        <p:sp>
          <p:nvSpPr>
            <p:cNvPr id="16" name="Freihandform: Form 15">
              <a:extLst>
                <a:ext uri="{FF2B5EF4-FFF2-40B4-BE49-F238E27FC236}">
                  <a16:creationId xmlns:a16="http://schemas.microsoft.com/office/drawing/2014/main" id="{AEE7F6F4-4D2C-45B3-A061-9606B2BD36A7}"/>
                </a:ext>
              </a:extLst>
            </p:cNvPr>
            <p:cNvSpPr/>
            <p:nvPr/>
          </p:nvSpPr>
          <p:spPr>
            <a:xfrm>
              <a:off x="1466445" y="6556560"/>
              <a:ext cx="37259" cy="108166"/>
            </a:xfrm>
            <a:custGeom>
              <a:avLst/>
              <a:gdLst>
                <a:gd name="connsiteX0" fmla="*/ 21683 w 37259"/>
                <a:gd name="connsiteY0" fmla="*/ 0 h 108166"/>
                <a:gd name="connsiteX1" fmla="*/ 0 w 37259"/>
                <a:gd name="connsiteY1" fmla="*/ 107917 h 108166"/>
                <a:gd name="connsiteX2" fmla="*/ 0 w 37259"/>
                <a:gd name="connsiteY2" fmla="*/ 108166 h 108166"/>
                <a:gd name="connsiteX3" fmla="*/ 15702 w 37259"/>
                <a:gd name="connsiteY3" fmla="*/ 108166 h 108166"/>
                <a:gd name="connsiteX4" fmla="*/ 37260 w 37259"/>
                <a:gd name="connsiteY4" fmla="*/ 0 h 108166"/>
                <a:gd name="connsiteX5" fmla="*/ 21683 w 37259"/>
                <a:gd name="connsiteY5" fmla="*/ 0 h 1081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259" h="108166">
                  <a:moveTo>
                    <a:pt x="21683" y="0"/>
                  </a:moveTo>
                  <a:lnTo>
                    <a:pt x="0" y="107917"/>
                  </a:lnTo>
                  <a:lnTo>
                    <a:pt x="0" y="108166"/>
                  </a:lnTo>
                  <a:lnTo>
                    <a:pt x="15702" y="108166"/>
                  </a:lnTo>
                  <a:lnTo>
                    <a:pt x="37260" y="0"/>
                  </a:lnTo>
                  <a:lnTo>
                    <a:pt x="21683" y="0"/>
                  </a:lnTo>
                  <a:close/>
                </a:path>
              </a:pathLst>
            </a:custGeom>
            <a:grpFill/>
            <a:ln w="12419" cap="flat">
              <a:noFill/>
              <a:prstDash val="solid"/>
              <a:miter/>
            </a:ln>
          </p:spPr>
          <p:txBody>
            <a:bodyPr rtlCol="0" anchor="ctr"/>
            <a:lstStyle/>
            <a:p>
              <a:endParaRPr lang="de-CH" noProof="0"/>
            </a:p>
          </p:txBody>
        </p:sp>
        <p:grpSp>
          <p:nvGrpSpPr>
            <p:cNvPr id="17" name="Grafik 6">
              <a:extLst>
                <a:ext uri="{FF2B5EF4-FFF2-40B4-BE49-F238E27FC236}">
                  <a16:creationId xmlns:a16="http://schemas.microsoft.com/office/drawing/2014/main" id="{7F7C476A-2849-4D68-9FA2-3A5CFC13C833}"/>
                </a:ext>
              </a:extLst>
            </p:cNvPr>
            <p:cNvGrpSpPr/>
            <p:nvPr/>
          </p:nvGrpSpPr>
          <p:grpSpPr>
            <a:xfrm>
              <a:off x="1518879" y="6507337"/>
              <a:ext cx="191395" cy="158803"/>
              <a:chOff x="1518879" y="6507337"/>
              <a:chExt cx="191395" cy="158803"/>
            </a:xfrm>
            <a:grpFill/>
          </p:grpSpPr>
          <p:sp>
            <p:nvSpPr>
              <p:cNvPr id="18" name="Freihandform: Form 17">
                <a:extLst>
                  <a:ext uri="{FF2B5EF4-FFF2-40B4-BE49-F238E27FC236}">
                    <a16:creationId xmlns:a16="http://schemas.microsoft.com/office/drawing/2014/main" id="{B2186F78-5D28-4695-8B1C-5A3F1A53AAB3}"/>
                  </a:ext>
                </a:extLst>
              </p:cNvPr>
              <p:cNvSpPr/>
              <p:nvPr/>
            </p:nvSpPr>
            <p:spPr>
              <a:xfrm>
                <a:off x="1614114" y="6507337"/>
                <a:ext cx="96160" cy="157638"/>
              </a:xfrm>
              <a:custGeom>
                <a:avLst/>
                <a:gdLst>
                  <a:gd name="connsiteX0" fmla="*/ 66046 w 96160"/>
                  <a:gd name="connsiteY0" fmla="*/ 47852 h 157638"/>
                  <a:gd name="connsiteX1" fmla="*/ 35142 w 96160"/>
                  <a:gd name="connsiteY1" fmla="*/ 60314 h 157638"/>
                  <a:gd name="connsiteX2" fmla="*/ 47603 w 96160"/>
                  <a:gd name="connsiteY2" fmla="*/ 0 h 157638"/>
                  <a:gd name="connsiteX3" fmla="*/ 31652 w 96160"/>
                  <a:gd name="connsiteY3" fmla="*/ 0 h 157638"/>
                  <a:gd name="connsiteX4" fmla="*/ 0 w 96160"/>
                  <a:gd name="connsiteY4" fmla="*/ 157389 h 157638"/>
                  <a:gd name="connsiteX5" fmla="*/ 15701 w 96160"/>
                  <a:gd name="connsiteY5" fmla="*/ 157389 h 157638"/>
                  <a:gd name="connsiteX6" fmla="*/ 28911 w 96160"/>
                  <a:gd name="connsiteY6" fmla="*/ 91218 h 157638"/>
                  <a:gd name="connsiteX7" fmla="*/ 60563 w 96160"/>
                  <a:gd name="connsiteY7" fmla="*/ 62058 h 157638"/>
                  <a:gd name="connsiteX8" fmla="*/ 79837 w 96160"/>
                  <a:gd name="connsiteY8" fmla="*/ 77742 h 157638"/>
                  <a:gd name="connsiteX9" fmla="*/ 79878 w 96160"/>
                  <a:gd name="connsiteY9" fmla="*/ 80875 h 157638"/>
                  <a:gd name="connsiteX10" fmla="*/ 78757 w 96160"/>
                  <a:gd name="connsiteY10" fmla="*/ 90969 h 157638"/>
                  <a:gd name="connsiteX11" fmla="*/ 65423 w 96160"/>
                  <a:gd name="connsiteY11" fmla="*/ 157638 h 157638"/>
                  <a:gd name="connsiteX12" fmla="*/ 81125 w 96160"/>
                  <a:gd name="connsiteY12" fmla="*/ 157638 h 157638"/>
                  <a:gd name="connsiteX13" fmla="*/ 94957 w 96160"/>
                  <a:gd name="connsiteY13" fmla="*/ 89474 h 157638"/>
                  <a:gd name="connsiteX14" fmla="*/ 96078 w 96160"/>
                  <a:gd name="connsiteY14" fmla="*/ 78757 h 157638"/>
                  <a:gd name="connsiteX15" fmla="*/ 69522 w 96160"/>
                  <a:gd name="connsiteY15" fmla="*/ 47902 h 157638"/>
                  <a:gd name="connsiteX16" fmla="*/ 66046 w 96160"/>
                  <a:gd name="connsiteY16" fmla="*/ 47852 h 1576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96160" h="157638">
                    <a:moveTo>
                      <a:pt x="66046" y="47852"/>
                    </a:moveTo>
                    <a:cubicBezTo>
                      <a:pt x="54431" y="47363"/>
                      <a:pt x="43168" y="51904"/>
                      <a:pt x="35142" y="60314"/>
                    </a:cubicBezTo>
                    <a:lnTo>
                      <a:pt x="47603" y="0"/>
                    </a:lnTo>
                    <a:lnTo>
                      <a:pt x="31652" y="0"/>
                    </a:lnTo>
                    <a:lnTo>
                      <a:pt x="0" y="157389"/>
                    </a:lnTo>
                    <a:lnTo>
                      <a:pt x="15701" y="157389"/>
                    </a:lnTo>
                    <a:lnTo>
                      <a:pt x="28911" y="91218"/>
                    </a:lnTo>
                    <a:cubicBezTo>
                      <a:pt x="30603" y="74910"/>
                      <a:pt x="44170" y="62411"/>
                      <a:pt x="60563" y="62058"/>
                    </a:cubicBezTo>
                    <a:cubicBezTo>
                      <a:pt x="70216" y="61067"/>
                      <a:pt x="78845" y="68088"/>
                      <a:pt x="79837" y="77742"/>
                    </a:cubicBezTo>
                    <a:cubicBezTo>
                      <a:pt x="79945" y="78783"/>
                      <a:pt x="79958" y="79832"/>
                      <a:pt x="79878" y="80875"/>
                    </a:cubicBezTo>
                    <a:cubicBezTo>
                      <a:pt x="79822" y="84268"/>
                      <a:pt x="79446" y="87647"/>
                      <a:pt x="78757" y="90969"/>
                    </a:cubicBezTo>
                    <a:lnTo>
                      <a:pt x="65423" y="157638"/>
                    </a:lnTo>
                    <a:lnTo>
                      <a:pt x="81125" y="157638"/>
                    </a:lnTo>
                    <a:lnTo>
                      <a:pt x="94957" y="89474"/>
                    </a:lnTo>
                    <a:cubicBezTo>
                      <a:pt x="95657" y="85943"/>
                      <a:pt x="96034" y="82356"/>
                      <a:pt x="96078" y="78757"/>
                    </a:cubicBezTo>
                    <a:cubicBezTo>
                      <a:pt x="97265" y="62903"/>
                      <a:pt x="85375" y="49089"/>
                      <a:pt x="69522" y="47902"/>
                    </a:cubicBezTo>
                    <a:cubicBezTo>
                      <a:pt x="68365" y="47815"/>
                      <a:pt x="67205" y="47799"/>
                      <a:pt x="66046" y="47852"/>
                    </a:cubicBezTo>
                  </a:path>
                </a:pathLst>
              </a:custGeom>
              <a:grpFill/>
              <a:ln w="12419" cap="flat">
                <a:noFill/>
                <a:prstDash val="solid"/>
                <a:miter/>
              </a:ln>
            </p:spPr>
            <p:txBody>
              <a:bodyPr rtlCol="0" anchor="ctr"/>
              <a:lstStyle/>
              <a:p>
                <a:endParaRPr lang="de-CH" noProof="0"/>
              </a:p>
            </p:txBody>
          </p:sp>
          <p:sp>
            <p:nvSpPr>
              <p:cNvPr id="19" name="Freihandform: Form 18">
                <a:extLst>
                  <a:ext uri="{FF2B5EF4-FFF2-40B4-BE49-F238E27FC236}">
                    <a16:creationId xmlns:a16="http://schemas.microsoft.com/office/drawing/2014/main" id="{1FE5475E-83C3-4BE3-BBF1-FAE9A6986B3F}"/>
                  </a:ext>
                </a:extLst>
              </p:cNvPr>
              <p:cNvSpPr/>
              <p:nvPr/>
            </p:nvSpPr>
            <p:spPr>
              <a:xfrm>
                <a:off x="1518879" y="6555189"/>
                <a:ext cx="87882" cy="110951"/>
              </a:xfrm>
              <a:custGeom>
                <a:avLst/>
                <a:gdLst>
                  <a:gd name="connsiteX0" fmla="*/ 56853 w 87882"/>
                  <a:gd name="connsiteY0" fmla="*/ 0 h 110951"/>
                  <a:gd name="connsiteX1" fmla="*/ 1649 w 87882"/>
                  <a:gd name="connsiteY1" fmla="*/ 55329 h 110951"/>
                  <a:gd name="connsiteX2" fmla="*/ 153 w 87882"/>
                  <a:gd name="connsiteY2" fmla="*/ 71903 h 110951"/>
                  <a:gd name="connsiteX3" fmla="*/ 32484 w 87882"/>
                  <a:gd name="connsiteY3" fmla="*/ 110801 h 110951"/>
                  <a:gd name="connsiteX4" fmla="*/ 37538 w 87882"/>
                  <a:gd name="connsiteY4" fmla="*/ 110908 h 110951"/>
                  <a:gd name="connsiteX5" fmla="*/ 73552 w 87882"/>
                  <a:gd name="connsiteY5" fmla="*/ 95705 h 110951"/>
                  <a:gd name="connsiteX6" fmla="*/ 73552 w 87882"/>
                  <a:gd name="connsiteY6" fmla="*/ 95705 h 110951"/>
                  <a:gd name="connsiteX7" fmla="*/ 64455 w 87882"/>
                  <a:gd name="connsiteY7" fmla="*/ 84614 h 110951"/>
                  <a:gd name="connsiteX8" fmla="*/ 64455 w 87882"/>
                  <a:gd name="connsiteY8" fmla="*/ 84614 h 110951"/>
                  <a:gd name="connsiteX9" fmla="*/ 64455 w 87882"/>
                  <a:gd name="connsiteY9" fmla="*/ 84614 h 110951"/>
                  <a:gd name="connsiteX10" fmla="*/ 38535 w 87882"/>
                  <a:gd name="connsiteY10" fmla="*/ 97075 h 110951"/>
                  <a:gd name="connsiteX11" fmla="*/ 15233 w 87882"/>
                  <a:gd name="connsiteY11" fmla="*/ 75551 h 110951"/>
                  <a:gd name="connsiteX12" fmla="*/ 15356 w 87882"/>
                  <a:gd name="connsiteY12" fmla="*/ 72152 h 110951"/>
                  <a:gd name="connsiteX13" fmla="*/ 17101 w 87882"/>
                  <a:gd name="connsiteY13" fmla="*/ 55952 h 110951"/>
                  <a:gd name="connsiteX14" fmla="*/ 31058 w 87882"/>
                  <a:gd name="connsiteY14" fmla="*/ 25048 h 110951"/>
                  <a:gd name="connsiteX15" fmla="*/ 55233 w 87882"/>
                  <a:gd name="connsiteY15" fmla="*/ 14206 h 110951"/>
                  <a:gd name="connsiteX16" fmla="*/ 76293 w 87882"/>
                  <a:gd name="connsiteY16" fmla="*/ 26668 h 110951"/>
                  <a:gd name="connsiteX17" fmla="*/ 76293 w 87882"/>
                  <a:gd name="connsiteY17" fmla="*/ 26668 h 110951"/>
                  <a:gd name="connsiteX18" fmla="*/ 87883 w 87882"/>
                  <a:gd name="connsiteY18" fmla="*/ 16823 h 110951"/>
                  <a:gd name="connsiteX19" fmla="*/ 87883 w 87882"/>
                  <a:gd name="connsiteY19" fmla="*/ 16823 h 110951"/>
                  <a:gd name="connsiteX20" fmla="*/ 56729 w 87882"/>
                  <a:gd name="connsiteY20" fmla="*/ 748 h 1109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87882" h="110951">
                    <a:moveTo>
                      <a:pt x="56853" y="0"/>
                    </a:moveTo>
                    <a:cubicBezTo>
                      <a:pt x="28192" y="0"/>
                      <a:pt x="8129" y="20188"/>
                      <a:pt x="1649" y="55329"/>
                    </a:cubicBezTo>
                    <a:cubicBezTo>
                      <a:pt x="671" y="60800"/>
                      <a:pt x="170" y="66345"/>
                      <a:pt x="153" y="71903"/>
                    </a:cubicBezTo>
                    <a:cubicBezTo>
                      <a:pt x="-1660" y="91572"/>
                      <a:pt x="12814" y="108987"/>
                      <a:pt x="32484" y="110801"/>
                    </a:cubicBezTo>
                    <a:cubicBezTo>
                      <a:pt x="34163" y="110955"/>
                      <a:pt x="35853" y="110991"/>
                      <a:pt x="37538" y="110908"/>
                    </a:cubicBezTo>
                    <a:cubicBezTo>
                      <a:pt x="51112" y="110955"/>
                      <a:pt x="64118" y="105465"/>
                      <a:pt x="73552" y="95705"/>
                    </a:cubicBezTo>
                    <a:lnTo>
                      <a:pt x="73552" y="95705"/>
                    </a:lnTo>
                    <a:lnTo>
                      <a:pt x="64455" y="84614"/>
                    </a:lnTo>
                    <a:lnTo>
                      <a:pt x="64455" y="84614"/>
                    </a:lnTo>
                    <a:lnTo>
                      <a:pt x="64455" y="84614"/>
                    </a:lnTo>
                    <a:cubicBezTo>
                      <a:pt x="58138" y="92466"/>
                      <a:pt x="48613" y="97045"/>
                      <a:pt x="38535" y="97075"/>
                    </a:cubicBezTo>
                    <a:cubicBezTo>
                      <a:pt x="26157" y="97566"/>
                      <a:pt x="15724" y="87929"/>
                      <a:pt x="15233" y="75551"/>
                    </a:cubicBezTo>
                    <a:cubicBezTo>
                      <a:pt x="15188" y="74416"/>
                      <a:pt x="15229" y="73280"/>
                      <a:pt x="15356" y="72152"/>
                    </a:cubicBezTo>
                    <a:cubicBezTo>
                      <a:pt x="15424" y="66709"/>
                      <a:pt x="16008" y="61285"/>
                      <a:pt x="17101" y="55952"/>
                    </a:cubicBezTo>
                    <a:cubicBezTo>
                      <a:pt x="18838" y="44568"/>
                      <a:pt x="23666" y="33878"/>
                      <a:pt x="31058" y="25048"/>
                    </a:cubicBezTo>
                    <a:cubicBezTo>
                      <a:pt x="37213" y="18167"/>
                      <a:pt x="46002" y="14225"/>
                      <a:pt x="55233" y="14206"/>
                    </a:cubicBezTo>
                    <a:cubicBezTo>
                      <a:pt x="64085" y="13892"/>
                      <a:pt x="72308" y="18758"/>
                      <a:pt x="76293" y="26668"/>
                    </a:cubicBezTo>
                    <a:lnTo>
                      <a:pt x="76293" y="26668"/>
                    </a:lnTo>
                    <a:lnTo>
                      <a:pt x="87883" y="16823"/>
                    </a:lnTo>
                    <a:lnTo>
                      <a:pt x="87883" y="16823"/>
                    </a:lnTo>
                    <a:cubicBezTo>
                      <a:pt x="81104" y="6298"/>
                      <a:pt x="69235" y="174"/>
                      <a:pt x="56729" y="748"/>
                    </a:cubicBezTo>
                  </a:path>
                </a:pathLst>
              </a:custGeom>
              <a:grpFill/>
              <a:ln w="12419" cap="flat">
                <a:noFill/>
                <a:prstDash val="solid"/>
                <a:miter/>
              </a:ln>
            </p:spPr>
            <p:txBody>
              <a:bodyPr rtlCol="0" anchor="ctr"/>
              <a:lstStyle/>
              <a:p>
                <a:endParaRPr lang="de-CH" noProof="0"/>
              </a:p>
            </p:txBody>
          </p:sp>
        </p:grpSp>
        <p:sp>
          <p:nvSpPr>
            <p:cNvPr id="20" name="Freihandform: Form 19">
              <a:extLst>
                <a:ext uri="{FF2B5EF4-FFF2-40B4-BE49-F238E27FC236}">
                  <a16:creationId xmlns:a16="http://schemas.microsoft.com/office/drawing/2014/main" id="{41B77B6E-E7CB-412B-95AC-A9322C6799BB}"/>
                </a:ext>
              </a:extLst>
            </p:cNvPr>
            <p:cNvSpPr/>
            <p:nvPr/>
          </p:nvSpPr>
          <p:spPr>
            <a:xfrm>
              <a:off x="1493985" y="6507088"/>
              <a:ext cx="19689" cy="19689"/>
            </a:xfrm>
            <a:custGeom>
              <a:avLst/>
              <a:gdLst>
                <a:gd name="connsiteX0" fmla="*/ 3988 w 19689"/>
                <a:gd name="connsiteY0" fmla="*/ 0 h 19689"/>
                <a:gd name="connsiteX1" fmla="*/ 0 w 19689"/>
                <a:gd name="connsiteY1" fmla="*/ 19689 h 19689"/>
                <a:gd name="connsiteX2" fmla="*/ 15826 w 19689"/>
                <a:gd name="connsiteY2" fmla="*/ 19689 h 19689"/>
                <a:gd name="connsiteX3" fmla="*/ 19689 w 19689"/>
                <a:gd name="connsiteY3" fmla="*/ 0 h 19689"/>
                <a:gd name="connsiteX4" fmla="*/ 3988 w 19689"/>
                <a:gd name="connsiteY4" fmla="*/ 0 h 196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689" h="19689">
                  <a:moveTo>
                    <a:pt x="3988" y="0"/>
                  </a:moveTo>
                  <a:lnTo>
                    <a:pt x="0" y="19689"/>
                  </a:lnTo>
                  <a:lnTo>
                    <a:pt x="15826" y="19689"/>
                  </a:lnTo>
                  <a:lnTo>
                    <a:pt x="19689" y="0"/>
                  </a:lnTo>
                  <a:lnTo>
                    <a:pt x="3988" y="0"/>
                  </a:lnTo>
                  <a:close/>
                </a:path>
              </a:pathLst>
            </a:custGeom>
            <a:grpFill/>
            <a:ln w="12419" cap="flat">
              <a:noFill/>
              <a:prstDash val="solid"/>
              <a:miter/>
            </a:ln>
          </p:spPr>
          <p:txBody>
            <a:bodyPr rtlCol="0" anchor="ctr"/>
            <a:lstStyle/>
            <a:p>
              <a:endParaRPr lang="de-CH" noProof="0"/>
            </a:p>
          </p:txBody>
        </p:sp>
        <p:sp>
          <p:nvSpPr>
            <p:cNvPr id="21" name="Freihandform: Form 20">
              <a:extLst>
                <a:ext uri="{FF2B5EF4-FFF2-40B4-BE49-F238E27FC236}">
                  <a16:creationId xmlns:a16="http://schemas.microsoft.com/office/drawing/2014/main" id="{832E5C1A-13CE-49A6-B590-B6EAA5F9E1AD}"/>
                </a:ext>
              </a:extLst>
            </p:cNvPr>
            <p:cNvSpPr/>
            <p:nvPr/>
          </p:nvSpPr>
          <p:spPr>
            <a:xfrm>
              <a:off x="1340708" y="6507088"/>
              <a:ext cx="19689" cy="19689"/>
            </a:xfrm>
            <a:custGeom>
              <a:avLst/>
              <a:gdLst>
                <a:gd name="connsiteX0" fmla="*/ 3988 w 19689"/>
                <a:gd name="connsiteY0" fmla="*/ 0 h 19689"/>
                <a:gd name="connsiteX1" fmla="*/ 0 w 19689"/>
                <a:gd name="connsiteY1" fmla="*/ 19689 h 19689"/>
                <a:gd name="connsiteX2" fmla="*/ 15826 w 19689"/>
                <a:gd name="connsiteY2" fmla="*/ 19689 h 19689"/>
                <a:gd name="connsiteX3" fmla="*/ 19689 w 19689"/>
                <a:gd name="connsiteY3" fmla="*/ 0 h 19689"/>
                <a:gd name="connsiteX4" fmla="*/ 3988 w 19689"/>
                <a:gd name="connsiteY4" fmla="*/ 0 h 196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689" h="19689">
                  <a:moveTo>
                    <a:pt x="3988" y="0"/>
                  </a:moveTo>
                  <a:lnTo>
                    <a:pt x="0" y="19689"/>
                  </a:lnTo>
                  <a:lnTo>
                    <a:pt x="15826" y="19689"/>
                  </a:lnTo>
                  <a:lnTo>
                    <a:pt x="19689" y="0"/>
                  </a:lnTo>
                  <a:lnTo>
                    <a:pt x="3988" y="0"/>
                  </a:lnTo>
                  <a:close/>
                </a:path>
              </a:pathLst>
            </a:custGeom>
            <a:grpFill/>
            <a:ln w="12419" cap="flat">
              <a:noFill/>
              <a:prstDash val="solid"/>
              <a:miter/>
            </a:ln>
          </p:spPr>
          <p:txBody>
            <a:bodyPr rtlCol="0" anchor="ctr"/>
            <a:lstStyle/>
            <a:p>
              <a:endParaRPr lang="de-CH" noProof="0"/>
            </a:p>
          </p:txBody>
        </p:sp>
        <p:sp>
          <p:nvSpPr>
            <p:cNvPr id="22" name="Freihandform: Form 21">
              <a:extLst>
                <a:ext uri="{FF2B5EF4-FFF2-40B4-BE49-F238E27FC236}">
                  <a16:creationId xmlns:a16="http://schemas.microsoft.com/office/drawing/2014/main" id="{63AE00B0-780F-4053-8FE9-B7D321217AFF}"/>
                </a:ext>
              </a:extLst>
            </p:cNvPr>
            <p:cNvSpPr/>
            <p:nvPr/>
          </p:nvSpPr>
          <p:spPr>
            <a:xfrm>
              <a:off x="1298712" y="6507088"/>
              <a:ext cx="19689" cy="19689"/>
            </a:xfrm>
            <a:custGeom>
              <a:avLst/>
              <a:gdLst>
                <a:gd name="connsiteX0" fmla="*/ 3988 w 19689"/>
                <a:gd name="connsiteY0" fmla="*/ 0 h 19689"/>
                <a:gd name="connsiteX1" fmla="*/ 0 w 19689"/>
                <a:gd name="connsiteY1" fmla="*/ 19689 h 19689"/>
                <a:gd name="connsiteX2" fmla="*/ 15702 w 19689"/>
                <a:gd name="connsiteY2" fmla="*/ 19689 h 19689"/>
                <a:gd name="connsiteX3" fmla="*/ 19689 w 19689"/>
                <a:gd name="connsiteY3" fmla="*/ 0 h 19689"/>
                <a:gd name="connsiteX4" fmla="*/ 3988 w 19689"/>
                <a:gd name="connsiteY4" fmla="*/ 0 h 196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689" h="19689">
                  <a:moveTo>
                    <a:pt x="3988" y="0"/>
                  </a:moveTo>
                  <a:lnTo>
                    <a:pt x="0" y="19689"/>
                  </a:lnTo>
                  <a:lnTo>
                    <a:pt x="15702" y="19689"/>
                  </a:lnTo>
                  <a:lnTo>
                    <a:pt x="19689" y="0"/>
                  </a:lnTo>
                  <a:lnTo>
                    <a:pt x="3988" y="0"/>
                  </a:lnTo>
                  <a:close/>
                </a:path>
              </a:pathLst>
            </a:custGeom>
            <a:grpFill/>
            <a:ln w="12419" cap="flat">
              <a:noFill/>
              <a:prstDash val="solid"/>
              <a:miter/>
            </a:ln>
          </p:spPr>
          <p:txBody>
            <a:bodyPr rtlCol="0" anchor="ctr"/>
            <a:lstStyle/>
            <a:p>
              <a:endParaRPr lang="de-CH" noProof="0"/>
            </a:p>
          </p:txBody>
        </p:sp>
        <p:sp>
          <p:nvSpPr>
            <p:cNvPr id="23" name="Freihandform: Form 22">
              <a:extLst>
                <a:ext uri="{FF2B5EF4-FFF2-40B4-BE49-F238E27FC236}">
                  <a16:creationId xmlns:a16="http://schemas.microsoft.com/office/drawing/2014/main" id="{2406CEAF-7399-4CCB-A322-03F0BA2532F5}"/>
                </a:ext>
              </a:extLst>
            </p:cNvPr>
            <p:cNvSpPr/>
            <p:nvPr/>
          </p:nvSpPr>
          <p:spPr>
            <a:xfrm>
              <a:off x="731837" y="6507088"/>
              <a:ext cx="417960" cy="157638"/>
            </a:xfrm>
            <a:custGeom>
              <a:avLst/>
              <a:gdLst>
                <a:gd name="connsiteX0" fmla="*/ 368612 w 417960"/>
                <a:gd name="connsiteY0" fmla="*/ 0 h 157638"/>
                <a:gd name="connsiteX1" fmla="*/ 356151 w 417960"/>
                <a:gd name="connsiteY1" fmla="*/ 61062 h 157638"/>
                <a:gd name="connsiteX2" fmla="*/ 320760 w 417960"/>
                <a:gd name="connsiteY2" fmla="*/ 61062 h 157638"/>
                <a:gd name="connsiteX3" fmla="*/ 333222 w 417960"/>
                <a:gd name="connsiteY3" fmla="*/ 0 h 157638"/>
                <a:gd name="connsiteX4" fmla="*/ 31652 w 417960"/>
                <a:gd name="connsiteY4" fmla="*/ 0 h 157638"/>
                <a:gd name="connsiteX5" fmla="*/ 0 w 417960"/>
                <a:gd name="connsiteY5" fmla="*/ 157638 h 157638"/>
                <a:gd name="connsiteX6" fmla="*/ 120254 w 417960"/>
                <a:gd name="connsiteY6" fmla="*/ 157638 h 157638"/>
                <a:gd name="connsiteX7" fmla="*/ 128105 w 417960"/>
                <a:gd name="connsiteY7" fmla="*/ 118260 h 157638"/>
                <a:gd name="connsiteX8" fmla="*/ 57074 w 417960"/>
                <a:gd name="connsiteY8" fmla="*/ 118260 h 157638"/>
                <a:gd name="connsiteX9" fmla="*/ 61435 w 417960"/>
                <a:gd name="connsiteY9" fmla="*/ 96577 h 157638"/>
                <a:gd name="connsiteX10" fmla="*/ 132342 w 417960"/>
                <a:gd name="connsiteY10" fmla="*/ 96577 h 157638"/>
                <a:gd name="connsiteX11" fmla="*/ 139569 w 417960"/>
                <a:gd name="connsiteY11" fmla="*/ 61062 h 157638"/>
                <a:gd name="connsiteX12" fmla="*/ 68538 w 417960"/>
                <a:gd name="connsiteY12" fmla="*/ 61062 h 157638"/>
                <a:gd name="connsiteX13" fmla="*/ 72900 w 417960"/>
                <a:gd name="connsiteY13" fmla="*/ 39378 h 157638"/>
                <a:gd name="connsiteX14" fmla="*/ 185303 w 417960"/>
                <a:gd name="connsiteY14" fmla="*/ 39378 h 157638"/>
                <a:gd name="connsiteX15" fmla="*/ 161626 w 417960"/>
                <a:gd name="connsiteY15" fmla="*/ 157638 h 157638"/>
                <a:gd name="connsiteX16" fmla="*/ 210849 w 417960"/>
                <a:gd name="connsiteY16" fmla="*/ 157638 h 157638"/>
                <a:gd name="connsiteX17" fmla="*/ 234651 w 417960"/>
                <a:gd name="connsiteY17" fmla="*/ 39378 h 157638"/>
                <a:gd name="connsiteX18" fmla="*/ 276023 w 417960"/>
                <a:gd name="connsiteY18" fmla="*/ 39378 h 157638"/>
                <a:gd name="connsiteX19" fmla="*/ 252222 w 417960"/>
                <a:gd name="connsiteY19" fmla="*/ 157638 h 157638"/>
                <a:gd name="connsiteX20" fmla="*/ 301569 w 417960"/>
                <a:gd name="connsiteY20" fmla="*/ 157638 h 157638"/>
                <a:gd name="connsiteX21" fmla="*/ 313657 w 417960"/>
                <a:gd name="connsiteY21" fmla="*/ 96577 h 157638"/>
                <a:gd name="connsiteX22" fmla="*/ 349172 w 417960"/>
                <a:gd name="connsiteY22" fmla="*/ 96577 h 157638"/>
                <a:gd name="connsiteX23" fmla="*/ 336960 w 417960"/>
                <a:gd name="connsiteY23" fmla="*/ 157638 h 157638"/>
                <a:gd name="connsiteX24" fmla="*/ 386308 w 417960"/>
                <a:gd name="connsiteY24" fmla="*/ 157638 h 157638"/>
                <a:gd name="connsiteX25" fmla="*/ 417960 w 417960"/>
                <a:gd name="connsiteY25" fmla="*/ 0 h 157638"/>
                <a:gd name="connsiteX26" fmla="*/ 368612 w 417960"/>
                <a:gd name="connsiteY26" fmla="*/ 0 h 1576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417960" h="157638">
                  <a:moveTo>
                    <a:pt x="368612" y="0"/>
                  </a:moveTo>
                  <a:lnTo>
                    <a:pt x="356151" y="61062"/>
                  </a:lnTo>
                  <a:lnTo>
                    <a:pt x="320760" y="61062"/>
                  </a:lnTo>
                  <a:lnTo>
                    <a:pt x="333222" y="0"/>
                  </a:lnTo>
                  <a:lnTo>
                    <a:pt x="31652" y="0"/>
                  </a:lnTo>
                  <a:lnTo>
                    <a:pt x="0" y="157638"/>
                  </a:lnTo>
                  <a:lnTo>
                    <a:pt x="120254" y="157638"/>
                  </a:lnTo>
                  <a:lnTo>
                    <a:pt x="128105" y="118260"/>
                  </a:lnTo>
                  <a:lnTo>
                    <a:pt x="57074" y="118260"/>
                  </a:lnTo>
                  <a:lnTo>
                    <a:pt x="61435" y="96577"/>
                  </a:lnTo>
                  <a:lnTo>
                    <a:pt x="132342" y="96577"/>
                  </a:lnTo>
                  <a:lnTo>
                    <a:pt x="139569" y="61062"/>
                  </a:lnTo>
                  <a:lnTo>
                    <a:pt x="68538" y="61062"/>
                  </a:lnTo>
                  <a:lnTo>
                    <a:pt x="72900" y="39378"/>
                  </a:lnTo>
                  <a:lnTo>
                    <a:pt x="185303" y="39378"/>
                  </a:lnTo>
                  <a:lnTo>
                    <a:pt x="161626" y="157638"/>
                  </a:lnTo>
                  <a:lnTo>
                    <a:pt x="210849" y="157638"/>
                  </a:lnTo>
                  <a:lnTo>
                    <a:pt x="234651" y="39378"/>
                  </a:lnTo>
                  <a:lnTo>
                    <a:pt x="276023" y="39378"/>
                  </a:lnTo>
                  <a:lnTo>
                    <a:pt x="252222" y="157638"/>
                  </a:lnTo>
                  <a:lnTo>
                    <a:pt x="301569" y="157638"/>
                  </a:lnTo>
                  <a:lnTo>
                    <a:pt x="313657" y="96577"/>
                  </a:lnTo>
                  <a:lnTo>
                    <a:pt x="349172" y="96577"/>
                  </a:lnTo>
                  <a:lnTo>
                    <a:pt x="336960" y="157638"/>
                  </a:lnTo>
                  <a:lnTo>
                    <a:pt x="386308" y="157638"/>
                  </a:lnTo>
                  <a:lnTo>
                    <a:pt x="417960" y="0"/>
                  </a:lnTo>
                  <a:lnTo>
                    <a:pt x="368612" y="0"/>
                  </a:lnTo>
                  <a:close/>
                </a:path>
              </a:pathLst>
            </a:custGeom>
            <a:grpFill/>
            <a:ln w="12419" cap="flat">
              <a:noFill/>
              <a:prstDash val="solid"/>
              <a:miter/>
            </a:ln>
          </p:spPr>
          <p:txBody>
            <a:bodyPr rtlCol="0" anchor="ctr"/>
            <a:lstStyle/>
            <a:p>
              <a:endParaRPr lang="de-CH" noProof="0"/>
            </a:p>
          </p:txBody>
        </p:sp>
      </p:grpSp>
    </p:spTree>
    <p:extLst>
      <p:ext uri="{BB962C8B-B14F-4D97-AF65-F5344CB8AC3E}">
        <p14:creationId xmlns:p14="http://schemas.microsoft.com/office/powerpoint/2010/main" val="371683532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Inhalt Bi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346F7F9-CBC8-4641-B12B-7E76FD213E12}"/>
              </a:ext>
            </a:extLst>
          </p:cNvPr>
          <p:cNvSpPr>
            <a:spLocks noGrp="1"/>
          </p:cNvSpPr>
          <p:nvPr>
            <p:ph type="title"/>
          </p:nvPr>
        </p:nvSpPr>
        <p:spPr/>
        <p:txBody>
          <a:bodyPr/>
          <a:lstStyle>
            <a:lvl1pPr>
              <a:defRPr/>
            </a:lvl1pPr>
          </a:lstStyle>
          <a:p>
            <a:r>
              <a:rPr lang="en-GB" noProof="0"/>
              <a:t>Click to edit Master title style</a:t>
            </a:r>
            <a:endParaRPr lang="de-CH" noProof="0"/>
          </a:p>
        </p:txBody>
      </p:sp>
      <p:sp>
        <p:nvSpPr>
          <p:cNvPr id="4" name="Datumsplatzhalter 3">
            <a:extLst>
              <a:ext uri="{FF2B5EF4-FFF2-40B4-BE49-F238E27FC236}">
                <a16:creationId xmlns:a16="http://schemas.microsoft.com/office/drawing/2014/main" id="{67DB21BA-81C0-43DB-A42C-5F672DBC37F2}"/>
              </a:ext>
            </a:extLst>
          </p:cNvPr>
          <p:cNvSpPr>
            <a:spLocks noGrp="1"/>
          </p:cNvSpPr>
          <p:nvPr>
            <p:ph type="dt" sz="half" idx="10"/>
          </p:nvPr>
        </p:nvSpPr>
        <p:spPr/>
        <p:txBody>
          <a:bodyPr/>
          <a:lstStyle/>
          <a:p>
            <a:fld id="{AB71D22B-392C-F243-9842-242E395A5229}" type="datetime1">
              <a:rPr lang="en-US" noProof="0" smtClean="0"/>
              <a:t>3/30/26</a:t>
            </a:fld>
            <a:endParaRPr lang="de-CH" noProof="0"/>
          </a:p>
        </p:txBody>
      </p:sp>
      <p:sp>
        <p:nvSpPr>
          <p:cNvPr id="5" name="Fußzeilenplatzhalter 4">
            <a:extLst>
              <a:ext uri="{FF2B5EF4-FFF2-40B4-BE49-F238E27FC236}">
                <a16:creationId xmlns:a16="http://schemas.microsoft.com/office/drawing/2014/main" id="{1BC78786-28C3-4EAB-A3FC-1A4BFA8447EC}"/>
              </a:ext>
            </a:extLst>
          </p:cNvPr>
          <p:cNvSpPr>
            <a:spLocks noGrp="1"/>
          </p:cNvSpPr>
          <p:nvPr>
            <p:ph type="ftr" sz="quarter" idx="11"/>
          </p:nvPr>
        </p:nvSpPr>
        <p:spPr/>
        <p:txBody>
          <a:bodyPr/>
          <a:lstStyle/>
          <a:p>
            <a:r>
              <a:rPr lang="de-DE" noProof="0"/>
              <a:t>Organisationseinheit verbal</a:t>
            </a:r>
            <a:endParaRPr lang="de-CH" noProof="0"/>
          </a:p>
        </p:txBody>
      </p:sp>
      <p:sp>
        <p:nvSpPr>
          <p:cNvPr id="6" name="Foliennummernplatzhalter 5">
            <a:extLst>
              <a:ext uri="{FF2B5EF4-FFF2-40B4-BE49-F238E27FC236}">
                <a16:creationId xmlns:a16="http://schemas.microsoft.com/office/drawing/2014/main" id="{0FC1D5C1-A4AD-42D4-93B7-D3B71140E3A1}"/>
              </a:ext>
            </a:extLst>
          </p:cNvPr>
          <p:cNvSpPr>
            <a:spLocks noGrp="1"/>
          </p:cNvSpPr>
          <p:nvPr>
            <p:ph type="sldNum" sz="quarter" idx="12"/>
          </p:nvPr>
        </p:nvSpPr>
        <p:spPr/>
        <p:txBody>
          <a:bodyPr/>
          <a:lstStyle/>
          <a:p>
            <a:fld id="{5ACA52AF-F19D-405C-AD5F-7D94B96A5CC3}" type="slidenum">
              <a:rPr lang="de-CH" noProof="0" smtClean="0"/>
              <a:t>‹#›</a:t>
            </a:fld>
            <a:endParaRPr lang="de-CH" noProof="0"/>
          </a:p>
        </p:txBody>
      </p:sp>
      <p:pic>
        <p:nvPicPr>
          <p:cNvPr id="7" name="Grafik 6">
            <a:extLst>
              <a:ext uri="{FF2B5EF4-FFF2-40B4-BE49-F238E27FC236}">
                <a16:creationId xmlns:a16="http://schemas.microsoft.com/office/drawing/2014/main" id="{7F7C476A-2849-4D68-9FA2-3A5CFC13C833}"/>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31837" y="6507088"/>
            <a:ext cx="984462" cy="162000"/>
          </a:xfrm>
          <a:prstGeom prst="rect">
            <a:avLst/>
          </a:prstGeom>
        </p:spPr>
      </p:pic>
      <p:sp>
        <p:nvSpPr>
          <p:cNvPr id="11" name="Bildplatzhalter 10">
            <a:extLst>
              <a:ext uri="{FF2B5EF4-FFF2-40B4-BE49-F238E27FC236}">
                <a16:creationId xmlns:a16="http://schemas.microsoft.com/office/drawing/2014/main" id="{05941150-30DE-48F5-9038-0E82CD18DE28}"/>
              </a:ext>
            </a:extLst>
          </p:cNvPr>
          <p:cNvSpPr>
            <a:spLocks noGrp="1"/>
          </p:cNvSpPr>
          <p:nvPr>
            <p:ph type="pic" sz="quarter" idx="13"/>
          </p:nvPr>
        </p:nvSpPr>
        <p:spPr>
          <a:xfrm>
            <a:off x="731837" y="1412874"/>
            <a:ext cx="10728000" cy="4860000"/>
          </a:xfrm>
        </p:spPr>
        <p:txBody>
          <a:bodyPr tIns="1620000"/>
          <a:lstStyle>
            <a:lvl1pPr marL="0" indent="0" algn="ctr">
              <a:buNone/>
              <a:defRPr/>
            </a:lvl1pPr>
          </a:lstStyle>
          <a:p>
            <a:r>
              <a:rPr lang="en-GB" noProof="0"/>
              <a:t>Click icon to add picture</a:t>
            </a:r>
            <a:endParaRPr lang="de-CH" noProof="0"/>
          </a:p>
        </p:txBody>
      </p:sp>
    </p:spTree>
    <p:extLst>
      <p:ext uri="{BB962C8B-B14F-4D97-AF65-F5344CB8AC3E}">
        <p14:creationId xmlns:p14="http://schemas.microsoft.com/office/powerpoint/2010/main" val="94385212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Bild full page">
    <p:spTree>
      <p:nvGrpSpPr>
        <p:cNvPr id="1" name=""/>
        <p:cNvGrpSpPr/>
        <p:nvPr/>
      </p:nvGrpSpPr>
      <p:grpSpPr>
        <a:xfrm>
          <a:off x="0" y="0"/>
          <a:ext cx="0" cy="0"/>
          <a:chOff x="0" y="0"/>
          <a:chExt cx="0" cy="0"/>
        </a:xfrm>
      </p:grpSpPr>
      <p:sp>
        <p:nvSpPr>
          <p:cNvPr id="4" name="Datumsplatzhalter 3">
            <a:extLst>
              <a:ext uri="{FF2B5EF4-FFF2-40B4-BE49-F238E27FC236}">
                <a16:creationId xmlns:a16="http://schemas.microsoft.com/office/drawing/2014/main" id="{67DB21BA-81C0-43DB-A42C-5F672DBC37F2}"/>
              </a:ext>
            </a:extLst>
          </p:cNvPr>
          <p:cNvSpPr>
            <a:spLocks noGrp="1"/>
          </p:cNvSpPr>
          <p:nvPr>
            <p:ph type="dt" sz="half" idx="10"/>
          </p:nvPr>
        </p:nvSpPr>
        <p:spPr/>
        <p:txBody>
          <a:bodyPr/>
          <a:lstStyle/>
          <a:p>
            <a:fld id="{EC15F4B8-2D45-7841-A104-E1DEFB95C687}" type="datetime1">
              <a:rPr lang="en-US" noProof="0" smtClean="0"/>
              <a:t>3/30/26</a:t>
            </a:fld>
            <a:endParaRPr lang="de-CH" noProof="0"/>
          </a:p>
        </p:txBody>
      </p:sp>
      <p:sp>
        <p:nvSpPr>
          <p:cNvPr id="5" name="Fußzeilenplatzhalter 4">
            <a:extLst>
              <a:ext uri="{FF2B5EF4-FFF2-40B4-BE49-F238E27FC236}">
                <a16:creationId xmlns:a16="http://schemas.microsoft.com/office/drawing/2014/main" id="{1BC78786-28C3-4EAB-A3FC-1A4BFA8447EC}"/>
              </a:ext>
            </a:extLst>
          </p:cNvPr>
          <p:cNvSpPr>
            <a:spLocks noGrp="1"/>
          </p:cNvSpPr>
          <p:nvPr>
            <p:ph type="ftr" sz="quarter" idx="11"/>
          </p:nvPr>
        </p:nvSpPr>
        <p:spPr/>
        <p:txBody>
          <a:bodyPr/>
          <a:lstStyle/>
          <a:p>
            <a:r>
              <a:rPr lang="de-DE" noProof="0"/>
              <a:t>Organisationseinheit verbal</a:t>
            </a:r>
            <a:endParaRPr lang="de-CH" noProof="0"/>
          </a:p>
        </p:txBody>
      </p:sp>
      <p:sp>
        <p:nvSpPr>
          <p:cNvPr id="6" name="Foliennummernplatzhalter 5">
            <a:extLst>
              <a:ext uri="{FF2B5EF4-FFF2-40B4-BE49-F238E27FC236}">
                <a16:creationId xmlns:a16="http://schemas.microsoft.com/office/drawing/2014/main" id="{0FC1D5C1-A4AD-42D4-93B7-D3B71140E3A1}"/>
              </a:ext>
            </a:extLst>
          </p:cNvPr>
          <p:cNvSpPr>
            <a:spLocks noGrp="1"/>
          </p:cNvSpPr>
          <p:nvPr>
            <p:ph type="sldNum" sz="quarter" idx="12"/>
          </p:nvPr>
        </p:nvSpPr>
        <p:spPr/>
        <p:txBody>
          <a:bodyPr/>
          <a:lstStyle/>
          <a:p>
            <a:fld id="{5ACA52AF-F19D-405C-AD5F-7D94B96A5CC3}" type="slidenum">
              <a:rPr lang="de-CH" noProof="0" smtClean="0"/>
              <a:t>‹#›</a:t>
            </a:fld>
            <a:endParaRPr lang="de-CH" noProof="0"/>
          </a:p>
        </p:txBody>
      </p:sp>
      <p:pic>
        <p:nvPicPr>
          <p:cNvPr id="7" name="Grafik 6">
            <a:extLst>
              <a:ext uri="{FF2B5EF4-FFF2-40B4-BE49-F238E27FC236}">
                <a16:creationId xmlns:a16="http://schemas.microsoft.com/office/drawing/2014/main" id="{7F7C476A-2849-4D68-9FA2-3A5CFC13C833}"/>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31837" y="6507088"/>
            <a:ext cx="984462" cy="162000"/>
          </a:xfrm>
          <a:prstGeom prst="rect">
            <a:avLst/>
          </a:prstGeom>
        </p:spPr>
      </p:pic>
      <p:sp>
        <p:nvSpPr>
          <p:cNvPr id="11" name="Bildplatzhalter 10">
            <a:extLst>
              <a:ext uri="{FF2B5EF4-FFF2-40B4-BE49-F238E27FC236}">
                <a16:creationId xmlns:a16="http://schemas.microsoft.com/office/drawing/2014/main" id="{05941150-30DE-48F5-9038-0E82CD18DE28}"/>
              </a:ext>
            </a:extLst>
          </p:cNvPr>
          <p:cNvSpPr>
            <a:spLocks noGrp="1"/>
          </p:cNvSpPr>
          <p:nvPr>
            <p:ph type="pic" sz="quarter" idx="13"/>
          </p:nvPr>
        </p:nvSpPr>
        <p:spPr>
          <a:xfrm>
            <a:off x="731837" y="260350"/>
            <a:ext cx="10728000" cy="6012524"/>
          </a:xfrm>
        </p:spPr>
        <p:txBody>
          <a:bodyPr tIns="2160000"/>
          <a:lstStyle>
            <a:lvl1pPr marL="0" indent="0" algn="ctr">
              <a:buNone/>
              <a:defRPr/>
            </a:lvl1pPr>
          </a:lstStyle>
          <a:p>
            <a:r>
              <a:rPr lang="en-GB" noProof="0"/>
              <a:t>Click icon to add picture</a:t>
            </a:r>
            <a:endParaRPr lang="de-CH" noProof="0"/>
          </a:p>
        </p:txBody>
      </p:sp>
    </p:spTree>
    <p:extLst>
      <p:ext uri="{BB962C8B-B14F-4D97-AF65-F5344CB8AC3E}">
        <p14:creationId xmlns:p14="http://schemas.microsoft.com/office/powerpoint/2010/main" val="284204833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Inhalt zwei Spalten">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346F7F9-CBC8-4641-B12B-7E76FD213E12}"/>
              </a:ext>
            </a:extLst>
          </p:cNvPr>
          <p:cNvSpPr>
            <a:spLocks noGrp="1"/>
          </p:cNvSpPr>
          <p:nvPr>
            <p:ph type="title"/>
          </p:nvPr>
        </p:nvSpPr>
        <p:spPr/>
        <p:txBody>
          <a:bodyPr/>
          <a:lstStyle/>
          <a:p>
            <a:r>
              <a:rPr lang="en-GB" noProof="0"/>
              <a:t>Click to edit Master title style</a:t>
            </a:r>
            <a:endParaRPr lang="de-CH" noProof="0"/>
          </a:p>
        </p:txBody>
      </p:sp>
      <p:sp>
        <p:nvSpPr>
          <p:cNvPr id="3" name="Inhaltsplatzhalter 2">
            <a:extLst>
              <a:ext uri="{FF2B5EF4-FFF2-40B4-BE49-F238E27FC236}">
                <a16:creationId xmlns:a16="http://schemas.microsoft.com/office/drawing/2014/main" id="{87D3E2EF-5F98-49EC-BCEA-B215D49920A3}"/>
              </a:ext>
            </a:extLst>
          </p:cNvPr>
          <p:cNvSpPr>
            <a:spLocks noGrp="1"/>
          </p:cNvSpPr>
          <p:nvPr>
            <p:ph idx="1"/>
          </p:nvPr>
        </p:nvSpPr>
        <p:spPr>
          <a:xfrm>
            <a:off x="6204163" y="1412875"/>
            <a:ext cx="5256000" cy="4860000"/>
          </a:xfrm>
        </p:spPr>
        <p:txBody>
          <a:bodyPr/>
          <a:lstStyle/>
          <a:p>
            <a:pPr lvl="0"/>
            <a:r>
              <a:rPr lang="en-GB" noProof="0"/>
              <a:t>Click to edit Master text styles</a:t>
            </a:r>
          </a:p>
          <a:p>
            <a:pPr lvl="1"/>
            <a:r>
              <a:rPr lang="en-GB" noProof="0"/>
              <a:t>Second level</a:t>
            </a:r>
          </a:p>
          <a:p>
            <a:pPr lvl="2"/>
            <a:r>
              <a:rPr lang="en-GB" noProof="0"/>
              <a:t>Third level</a:t>
            </a:r>
          </a:p>
          <a:p>
            <a:pPr lvl="3"/>
            <a:r>
              <a:rPr lang="en-GB" noProof="0"/>
              <a:t>Fourth level</a:t>
            </a:r>
          </a:p>
          <a:p>
            <a:pPr lvl="4"/>
            <a:r>
              <a:rPr lang="en-GB" noProof="0"/>
              <a:t>Fifth level</a:t>
            </a:r>
            <a:endParaRPr lang="de-CH" noProof="0"/>
          </a:p>
        </p:txBody>
      </p:sp>
      <p:sp>
        <p:nvSpPr>
          <p:cNvPr id="4" name="Datumsplatzhalter 3">
            <a:extLst>
              <a:ext uri="{FF2B5EF4-FFF2-40B4-BE49-F238E27FC236}">
                <a16:creationId xmlns:a16="http://schemas.microsoft.com/office/drawing/2014/main" id="{67DB21BA-81C0-43DB-A42C-5F672DBC37F2}"/>
              </a:ext>
            </a:extLst>
          </p:cNvPr>
          <p:cNvSpPr>
            <a:spLocks noGrp="1"/>
          </p:cNvSpPr>
          <p:nvPr>
            <p:ph type="dt" sz="half" idx="10"/>
          </p:nvPr>
        </p:nvSpPr>
        <p:spPr/>
        <p:txBody>
          <a:bodyPr/>
          <a:lstStyle/>
          <a:p>
            <a:fld id="{2C295056-95A2-CE4F-9676-9D11B812DE75}" type="datetime1">
              <a:rPr lang="en-US" noProof="0" smtClean="0"/>
              <a:t>3/30/26</a:t>
            </a:fld>
            <a:endParaRPr lang="de-CH" noProof="0"/>
          </a:p>
        </p:txBody>
      </p:sp>
      <p:sp>
        <p:nvSpPr>
          <p:cNvPr id="5" name="Fußzeilenplatzhalter 4">
            <a:extLst>
              <a:ext uri="{FF2B5EF4-FFF2-40B4-BE49-F238E27FC236}">
                <a16:creationId xmlns:a16="http://schemas.microsoft.com/office/drawing/2014/main" id="{1BC78786-28C3-4EAB-A3FC-1A4BFA8447EC}"/>
              </a:ext>
            </a:extLst>
          </p:cNvPr>
          <p:cNvSpPr>
            <a:spLocks noGrp="1"/>
          </p:cNvSpPr>
          <p:nvPr>
            <p:ph type="ftr" sz="quarter" idx="11"/>
          </p:nvPr>
        </p:nvSpPr>
        <p:spPr/>
        <p:txBody>
          <a:bodyPr/>
          <a:lstStyle/>
          <a:p>
            <a:r>
              <a:rPr lang="de-DE" noProof="0"/>
              <a:t>Organisationseinheit verbal</a:t>
            </a:r>
            <a:endParaRPr lang="de-CH" noProof="0"/>
          </a:p>
        </p:txBody>
      </p:sp>
      <p:sp>
        <p:nvSpPr>
          <p:cNvPr id="6" name="Foliennummernplatzhalter 5">
            <a:extLst>
              <a:ext uri="{FF2B5EF4-FFF2-40B4-BE49-F238E27FC236}">
                <a16:creationId xmlns:a16="http://schemas.microsoft.com/office/drawing/2014/main" id="{0FC1D5C1-A4AD-42D4-93B7-D3B71140E3A1}"/>
              </a:ext>
            </a:extLst>
          </p:cNvPr>
          <p:cNvSpPr>
            <a:spLocks noGrp="1"/>
          </p:cNvSpPr>
          <p:nvPr>
            <p:ph type="sldNum" sz="quarter" idx="12"/>
          </p:nvPr>
        </p:nvSpPr>
        <p:spPr/>
        <p:txBody>
          <a:bodyPr/>
          <a:lstStyle/>
          <a:p>
            <a:fld id="{5ACA52AF-F19D-405C-AD5F-7D94B96A5CC3}" type="slidenum">
              <a:rPr lang="de-CH" noProof="0" smtClean="0"/>
              <a:t>‹#›</a:t>
            </a:fld>
            <a:endParaRPr lang="de-CH" noProof="0"/>
          </a:p>
        </p:txBody>
      </p:sp>
      <p:pic>
        <p:nvPicPr>
          <p:cNvPr id="7" name="Grafik 6">
            <a:extLst>
              <a:ext uri="{FF2B5EF4-FFF2-40B4-BE49-F238E27FC236}">
                <a16:creationId xmlns:a16="http://schemas.microsoft.com/office/drawing/2014/main" id="{7F7C476A-2849-4D68-9FA2-3A5CFC13C833}"/>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31837" y="6507088"/>
            <a:ext cx="984462" cy="162000"/>
          </a:xfrm>
          <a:prstGeom prst="rect">
            <a:avLst/>
          </a:prstGeom>
        </p:spPr>
      </p:pic>
      <p:sp>
        <p:nvSpPr>
          <p:cNvPr id="11" name="Bildplatzhalter 10">
            <a:extLst>
              <a:ext uri="{FF2B5EF4-FFF2-40B4-BE49-F238E27FC236}">
                <a16:creationId xmlns:a16="http://schemas.microsoft.com/office/drawing/2014/main" id="{221A3BAE-B19D-4390-B4A5-2C8A2CC87C59}"/>
              </a:ext>
            </a:extLst>
          </p:cNvPr>
          <p:cNvSpPr>
            <a:spLocks noGrp="1"/>
          </p:cNvSpPr>
          <p:nvPr>
            <p:ph type="pic" sz="quarter" idx="13"/>
          </p:nvPr>
        </p:nvSpPr>
        <p:spPr>
          <a:xfrm>
            <a:off x="731838" y="1412875"/>
            <a:ext cx="5040000" cy="4860000"/>
          </a:xfrm>
        </p:spPr>
        <p:txBody>
          <a:bodyPr tIns="1620000"/>
          <a:lstStyle>
            <a:lvl1pPr marL="0" indent="0" algn="ctr">
              <a:buNone/>
              <a:defRPr/>
            </a:lvl1pPr>
          </a:lstStyle>
          <a:p>
            <a:r>
              <a:rPr lang="en-GB" noProof="0"/>
              <a:t>Click icon to add picture</a:t>
            </a:r>
            <a:endParaRPr lang="de-CH" noProof="0"/>
          </a:p>
        </p:txBody>
      </p:sp>
    </p:spTree>
    <p:extLst>
      <p:ext uri="{BB962C8B-B14F-4D97-AF65-F5344CB8AC3E}">
        <p14:creationId xmlns:p14="http://schemas.microsoft.com/office/powerpoint/2010/main" val="3996394784"/>
      </p:ext>
    </p:extLst>
  </p:cSld>
  <p:clrMapOvr>
    <a:masterClrMapping/>
  </p:clrMapOvr>
  <p:extLst>
    <p:ext uri="{DCECCB84-F9BA-43D5-87BE-67443E8EF086}">
      <p15:sldGuideLst xmlns:p15="http://schemas.microsoft.com/office/powerpoint/2012/main">
        <p15:guide id="1" orient="horz" pos="3952" userDrawn="1">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Inhalt 2 Bilder">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346F7F9-CBC8-4641-B12B-7E76FD213E12}"/>
              </a:ext>
            </a:extLst>
          </p:cNvPr>
          <p:cNvSpPr>
            <a:spLocks noGrp="1"/>
          </p:cNvSpPr>
          <p:nvPr>
            <p:ph type="title"/>
          </p:nvPr>
        </p:nvSpPr>
        <p:spPr/>
        <p:txBody>
          <a:bodyPr/>
          <a:lstStyle/>
          <a:p>
            <a:r>
              <a:rPr lang="en-GB" noProof="0"/>
              <a:t>Click to edit Master title style</a:t>
            </a:r>
            <a:endParaRPr lang="de-CH" noProof="0"/>
          </a:p>
        </p:txBody>
      </p:sp>
      <p:sp>
        <p:nvSpPr>
          <p:cNvPr id="3" name="Inhaltsplatzhalter 2">
            <a:extLst>
              <a:ext uri="{FF2B5EF4-FFF2-40B4-BE49-F238E27FC236}">
                <a16:creationId xmlns:a16="http://schemas.microsoft.com/office/drawing/2014/main" id="{87D3E2EF-5F98-49EC-BCEA-B215D49920A3}"/>
              </a:ext>
            </a:extLst>
          </p:cNvPr>
          <p:cNvSpPr>
            <a:spLocks noGrp="1"/>
          </p:cNvSpPr>
          <p:nvPr>
            <p:ph idx="1"/>
          </p:nvPr>
        </p:nvSpPr>
        <p:spPr>
          <a:xfrm>
            <a:off x="731836" y="5121800"/>
            <a:ext cx="5255999" cy="1152000"/>
          </a:xfrm>
        </p:spPr>
        <p:txBody>
          <a:bodyPr/>
          <a:lstStyle/>
          <a:p>
            <a:pPr lvl="0"/>
            <a:r>
              <a:rPr lang="en-GB" noProof="0"/>
              <a:t>Click to edit Master text styles</a:t>
            </a:r>
          </a:p>
          <a:p>
            <a:pPr lvl="1"/>
            <a:r>
              <a:rPr lang="en-GB" noProof="0"/>
              <a:t>Second level</a:t>
            </a:r>
          </a:p>
          <a:p>
            <a:pPr lvl="2"/>
            <a:r>
              <a:rPr lang="en-GB" noProof="0"/>
              <a:t>Third level</a:t>
            </a:r>
          </a:p>
          <a:p>
            <a:pPr lvl="3"/>
            <a:r>
              <a:rPr lang="en-GB" noProof="0"/>
              <a:t>Fourth level</a:t>
            </a:r>
          </a:p>
          <a:p>
            <a:pPr lvl="4"/>
            <a:r>
              <a:rPr lang="en-GB" noProof="0"/>
              <a:t>Fifth level</a:t>
            </a:r>
            <a:endParaRPr lang="de-CH" noProof="0"/>
          </a:p>
        </p:txBody>
      </p:sp>
      <p:sp>
        <p:nvSpPr>
          <p:cNvPr id="4" name="Datumsplatzhalter 3">
            <a:extLst>
              <a:ext uri="{FF2B5EF4-FFF2-40B4-BE49-F238E27FC236}">
                <a16:creationId xmlns:a16="http://schemas.microsoft.com/office/drawing/2014/main" id="{67DB21BA-81C0-43DB-A42C-5F672DBC37F2}"/>
              </a:ext>
            </a:extLst>
          </p:cNvPr>
          <p:cNvSpPr>
            <a:spLocks noGrp="1"/>
          </p:cNvSpPr>
          <p:nvPr>
            <p:ph type="dt" sz="half" idx="10"/>
          </p:nvPr>
        </p:nvSpPr>
        <p:spPr/>
        <p:txBody>
          <a:bodyPr/>
          <a:lstStyle/>
          <a:p>
            <a:fld id="{4C54E7B6-0F75-044F-8EA0-93CB419E7600}" type="datetime1">
              <a:rPr lang="en-US" noProof="0" smtClean="0"/>
              <a:t>3/30/26</a:t>
            </a:fld>
            <a:endParaRPr lang="de-CH" noProof="0"/>
          </a:p>
        </p:txBody>
      </p:sp>
      <p:sp>
        <p:nvSpPr>
          <p:cNvPr id="5" name="Fußzeilenplatzhalter 4">
            <a:extLst>
              <a:ext uri="{FF2B5EF4-FFF2-40B4-BE49-F238E27FC236}">
                <a16:creationId xmlns:a16="http://schemas.microsoft.com/office/drawing/2014/main" id="{1BC78786-28C3-4EAB-A3FC-1A4BFA8447EC}"/>
              </a:ext>
            </a:extLst>
          </p:cNvPr>
          <p:cNvSpPr>
            <a:spLocks noGrp="1"/>
          </p:cNvSpPr>
          <p:nvPr>
            <p:ph type="ftr" sz="quarter" idx="11"/>
          </p:nvPr>
        </p:nvSpPr>
        <p:spPr/>
        <p:txBody>
          <a:bodyPr/>
          <a:lstStyle/>
          <a:p>
            <a:r>
              <a:rPr lang="de-DE" noProof="0"/>
              <a:t>Organisationseinheit verbal</a:t>
            </a:r>
            <a:endParaRPr lang="de-CH" noProof="0"/>
          </a:p>
        </p:txBody>
      </p:sp>
      <p:sp>
        <p:nvSpPr>
          <p:cNvPr id="6" name="Foliennummernplatzhalter 5">
            <a:extLst>
              <a:ext uri="{FF2B5EF4-FFF2-40B4-BE49-F238E27FC236}">
                <a16:creationId xmlns:a16="http://schemas.microsoft.com/office/drawing/2014/main" id="{0FC1D5C1-A4AD-42D4-93B7-D3B71140E3A1}"/>
              </a:ext>
            </a:extLst>
          </p:cNvPr>
          <p:cNvSpPr>
            <a:spLocks noGrp="1"/>
          </p:cNvSpPr>
          <p:nvPr>
            <p:ph type="sldNum" sz="quarter" idx="12"/>
          </p:nvPr>
        </p:nvSpPr>
        <p:spPr/>
        <p:txBody>
          <a:bodyPr/>
          <a:lstStyle/>
          <a:p>
            <a:fld id="{5ACA52AF-F19D-405C-AD5F-7D94B96A5CC3}" type="slidenum">
              <a:rPr lang="de-CH" noProof="0" smtClean="0"/>
              <a:t>‹#›</a:t>
            </a:fld>
            <a:endParaRPr lang="de-CH" noProof="0"/>
          </a:p>
        </p:txBody>
      </p:sp>
      <p:pic>
        <p:nvPicPr>
          <p:cNvPr id="7" name="Grafik 6">
            <a:extLst>
              <a:ext uri="{FF2B5EF4-FFF2-40B4-BE49-F238E27FC236}">
                <a16:creationId xmlns:a16="http://schemas.microsoft.com/office/drawing/2014/main" id="{7F7C476A-2849-4D68-9FA2-3A5CFC13C833}"/>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31837" y="6507088"/>
            <a:ext cx="984462" cy="162000"/>
          </a:xfrm>
          <a:prstGeom prst="rect">
            <a:avLst/>
          </a:prstGeom>
        </p:spPr>
      </p:pic>
      <p:sp>
        <p:nvSpPr>
          <p:cNvPr id="11" name="Bildplatzhalter 10">
            <a:extLst>
              <a:ext uri="{FF2B5EF4-FFF2-40B4-BE49-F238E27FC236}">
                <a16:creationId xmlns:a16="http://schemas.microsoft.com/office/drawing/2014/main" id="{221A3BAE-B19D-4390-B4A5-2C8A2CC87C59}"/>
              </a:ext>
            </a:extLst>
          </p:cNvPr>
          <p:cNvSpPr>
            <a:spLocks noGrp="1"/>
          </p:cNvSpPr>
          <p:nvPr>
            <p:ph type="pic" sz="quarter" idx="13"/>
          </p:nvPr>
        </p:nvSpPr>
        <p:spPr>
          <a:xfrm>
            <a:off x="731838" y="1412875"/>
            <a:ext cx="5256000" cy="3420000"/>
          </a:xfrm>
        </p:spPr>
        <p:txBody>
          <a:bodyPr tIns="900000"/>
          <a:lstStyle>
            <a:lvl1pPr marL="0" indent="0" algn="ctr">
              <a:buNone/>
              <a:defRPr/>
            </a:lvl1pPr>
          </a:lstStyle>
          <a:p>
            <a:r>
              <a:rPr lang="en-GB" noProof="0"/>
              <a:t>Click icon to add picture</a:t>
            </a:r>
            <a:endParaRPr lang="de-CH" noProof="0"/>
          </a:p>
        </p:txBody>
      </p:sp>
      <p:sp>
        <p:nvSpPr>
          <p:cNvPr id="9" name="Bildplatzhalter 10">
            <a:extLst>
              <a:ext uri="{FF2B5EF4-FFF2-40B4-BE49-F238E27FC236}">
                <a16:creationId xmlns:a16="http://schemas.microsoft.com/office/drawing/2014/main" id="{1AAB6914-2518-430D-BF4C-14EA51B61410}"/>
              </a:ext>
            </a:extLst>
          </p:cNvPr>
          <p:cNvSpPr>
            <a:spLocks noGrp="1"/>
          </p:cNvSpPr>
          <p:nvPr>
            <p:ph type="pic" sz="quarter" idx="14"/>
          </p:nvPr>
        </p:nvSpPr>
        <p:spPr>
          <a:xfrm>
            <a:off x="6204162" y="1412875"/>
            <a:ext cx="5256000" cy="3420000"/>
          </a:xfrm>
        </p:spPr>
        <p:txBody>
          <a:bodyPr tIns="900000"/>
          <a:lstStyle>
            <a:lvl1pPr marL="0" indent="0" algn="ctr">
              <a:buNone/>
              <a:defRPr/>
            </a:lvl1pPr>
          </a:lstStyle>
          <a:p>
            <a:r>
              <a:rPr lang="en-GB" noProof="0"/>
              <a:t>Click icon to add picture</a:t>
            </a:r>
            <a:endParaRPr lang="de-CH" noProof="0"/>
          </a:p>
        </p:txBody>
      </p:sp>
      <p:sp>
        <p:nvSpPr>
          <p:cNvPr id="12" name="Inhaltsplatzhalter 2">
            <a:extLst>
              <a:ext uri="{FF2B5EF4-FFF2-40B4-BE49-F238E27FC236}">
                <a16:creationId xmlns:a16="http://schemas.microsoft.com/office/drawing/2014/main" id="{5092EEFB-079B-4C38-A665-E52B9837601B}"/>
              </a:ext>
            </a:extLst>
          </p:cNvPr>
          <p:cNvSpPr>
            <a:spLocks noGrp="1"/>
          </p:cNvSpPr>
          <p:nvPr>
            <p:ph idx="15"/>
          </p:nvPr>
        </p:nvSpPr>
        <p:spPr>
          <a:xfrm>
            <a:off x="6204162" y="5121800"/>
            <a:ext cx="5256001" cy="1152000"/>
          </a:xfrm>
        </p:spPr>
        <p:txBody>
          <a:bodyPr/>
          <a:lstStyle/>
          <a:p>
            <a:pPr lvl="0"/>
            <a:r>
              <a:rPr lang="en-GB" noProof="0"/>
              <a:t>Click to edit Master text styles</a:t>
            </a:r>
          </a:p>
          <a:p>
            <a:pPr lvl="1"/>
            <a:r>
              <a:rPr lang="en-GB" noProof="0"/>
              <a:t>Second level</a:t>
            </a:r>
          </a:p>
          <a:p>
            <a:pPr lvl="2"/>
            <a:r>
              <a:rPr lang="en-GB" noProof="0"/>
              <a:t>Third level</a:t>
            </a:r>
          </a:p>
          <a:p>
            <a:pPr lvl="3"/>
            <a:r>
              <a:rPr lang="en-GB" noProof="0"/>
              <a:t>Fourth level</a:t>
            </a:r>
          </a:p>
          <a:p>
            <a:pPr lvl="4"/>
            <a:r>
              <a:rPr lang="en-GB" noProof="0"/>
              <a:t>Fifth level</a:t>
            </a:r>
            <a:endParaRPr lang="de-CH" noProof="0"/>
          </a:p>
        </p:txBody>
      </p:sp>
    </p:spTree>
    <p:extLst>
      <p:ext uri="{BB962C8B-B14F-4D97-AF65-F5344CB8AC3E}">
        <p14:creationId xmlns:p14="http://schemas.microsoft.com/office/powerpoint/2010/main" val="1085750778"/>
      </p:ext>
    </p:extLst>
  </p:cSld>
  <p:clrMapOvr>
    <a:masterClrMapping/>
  </p:clrMapOvr>
  <p:extLst>
    <p:ext uri="{DCECCB84-F9BA-43D5-87BE-67443E8EF086}">
      <p15:sldGuideLst xmlns:p15="http://schemas.microsoft.com/office/powerpoint/2012/main">
        <p15:guide id="1" orient="horz" pos="3952" userDrawn="1">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Inhalt 3 Bilder">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346F7F9-CBC8-4641-B12B-7E76FD213E12}"/>
              </a:ext>
            </a:extLst>
          </p:cNvPr>
          <p:cNvSpPr>
            <a:spLocks noGrp="1"/>
          </p:cNvSpPr>
          <p:nvPr>
            <p:ph type="title"/>
          </p:nvPr>
        </p:nvSpPr>
        <p:spPr/>
        <p:txBody>
          <a:bodyPr/>
          <a:lstStyle/>
          <a:p>
            <a:r>
              <a:rPr lang="en-GB" noProof="0"/>
              <a:t>Click to edit Master title style</a:t>
            </a:r>
            <a:endParaRPr lang="de-CH" noProof="0"/>
          </a:p>
        </p:txBody>
      </p:sp>
      <p:sp>
        <p:nvSpPr>
          <p:cNvPr id="3" name="Inhaltsplatzhalter 2">
            <a:extLst>
              <a:ext uri="{FF2B5EF4-FFF2-40B4-BE49-F238E27FC236}">
                <a16:creationId xmlns:a16="http://schemas.microsoft.com/office/drawing/2014/main" id="{87D3E2EF-5F98-49EC-BCEA-B215D49920A3}"/>
              </a:ext>
            </a:extLst>
          </p:cNvPr>
          <p:cNvSpPr>
            <a:spLocks noGrp="1"/>
          </p:cNvSpPr>
          <p:nvPr>
            <p:ph idx="1"/>
          </p:nvPr>
        </p:nvSpPr>
        <p:spPr>
          <a:xfrm>
            <a:off x="731836" y="4166439"/>
            <a:ext cx="10728327" cy="2124401"/>
          </a:xfrm>
        </p:spPr>
        <p:txBody>
          <a:bodyPr/>
          <a:lstStyle/>
          <a:p>
            <a:pPr lvl="0"/>
            <a:r>
              <a:rPr lang="en-GB" noProof="0"/>
              <a:t>Click to edit Master text styles</a:t>
            </a:r>
          </a:p>
          <a:p>
            <a:pPr lvl="1"/>
            <a:r>
              <a:rPr lang="en-GB" noProof="0"/>
              <a:t>Second level</a:t>
            </a:r>
          </a:p>
          <a:p>
            <a:pPr lvl="2"/>
            <a:r>
              <a:rPr lang="en-GB" noProof="0"/>
              <a:t>Third level</a:t>
            </a:r>
          </a:p>
          <a:p>
            <a:pPr lvl="3"/>
            <a:r>
              <a:rPr lang="en-GB" noProof="0"/>
              <a:t>Fourth level</a:t>
            </a:r>
          </a:p>
          <a:p>
            <a:pPr lvl="4"/>
            <a:r>
              <a:rPr lang="en-GB" noProof="0"/>
              <a:t>Fifth level</a:t>
            </a:r>
            <a:endParaRPr lang="de-CH" noProof="0"/>
          </a:p>
        </p:txBody>
      </p:sp>
      <p:sp>
        <p:nvSpPr>
          <p:cNvPr id="4" name="Datumsplatzhalter 3">
            <a:extLst>
              <a:ext uri="{FF2B5EF4-FFF2-40B4-BE49-F238E27FC236}">
                <a16:creationId xmlns:a16="http://schemas.microsoft.com/office/drawing/2014/main" id="{67DB21BA-81C0-43DB-A42C-5F672DBC37F2}"/>
              </a:ext>
            </a:extLst>
          </p:cNvPr>
          <p:cNvSpPr>
            <a:spLocks noGrp="1"/>
          </p:cNvSpPr>
          <p:nvPr>
            <p:ph type="dt" sz="half" idx="10"/>
          </p:nvPr>
        </p:nvSpPr>
        <p:spPr/>
        <p:txBody>
          <a:bodyPr/>
          <a:lstStyle/>
          <a:p>
            <a:fld id="{D24049E8-9323-2F49-9136-B24E68EA355C}" type="datetime1">
              <a:rPr lang="en-US" noProof="0" smtClean="0"/>
              <a:t>3/30/26</a:t>
            </a:fld>
            <a:endParaRPr lang="de-CH" noProof="0"/>
          </a:p>
        </p:txBody>
      </p:sp>
      <p:sp>
        <p:nvSpPr>
          <p:cNvPr id="5" name="Fußzeilenplatzhalter 4">
            <a:extLst>
              <a:ext uri="{FF2B5EF4-FFF2-40B4-BE49-F238E27FC236}">
                <a16:creationId xmlns:a16="http://schemas.microsoft.com/office/drawing/2014/main" id="{1BC78786-28C3-4EAB-A3FC-1A4BFA8447EC}"/>
              </a:ext>
            </a:extLst>
          </p:cNvPr>
          <p:cNvSpPr>
            <a:spLocks noGrp="1"/>
          </p:cNvSpPr>
          <p:nvPr>
            <p:ph type="ftr" sz="quarter" idx="11"/>
          </p:nvPr>
        </p:nvSpPr>
        <p:spPr/>
        <p:txBody>
          <a:bodyPr/>
          <a:lstStyle/>
          <a:p>
            <a:r>
              <a:rPr lang="de-DE" noProof="0"/>
              <a:t>Organisationseinheit verbal</a:t>
            </a:r>
            <a:endParaRPr lang="de-CH" noProof="0"/>
          </a:p>
        </p:txBody>
      </p:sp>
      <p:sp>
        <p:nvSpPr>
          <p:cNvPr id="6" name="Foliennummernplatzhalter 5">
            <a:extLst>
              <a:ext uri="{FF2B5EF4-FFF2-40B4-BE49-F238E27FC236}">
                <a16:creationId xmlns:a16="http://schemas.microsoft.com/office/drawing/2014/main" id="{0FC1D5C1-A4AD-42D4-93B7-D3B71140E3A1}"/>
              </a:ext>
            </a:extLst>
          </p:cNvPr>
          <p:cNvSpPr>
            <a:spLocks noGrp="1"/>
          </p:cNvSpPr>
          <p:nvPr>
            <p:ph type="sldNum" sz="quarter" idx="12"/>
          </p:nvPr>
        </p:nvSpPr>
        <p:spPr/>
        <p:txBody>
          <a:bodyPr/>
          <a:lstStyle/>
          <a:p>
            <a:fld id="{5ACA52AF-F19D-405C-AD5F-7D94B96A5CC3}" type="slidenum">
              <a:rPr lang="de-CH" noProof="0" smtClean="0"/>
              <a:t>‹#›</a:t>
            </a:fld>
            <a:endParaRPr lang="de-CH" noProof="0"/>
          </a:p>
        </p:txBody>
      </p:sp>
      <p:pic>
        <p:nvPicPr>
          <p:cNvPr id="7" name="Grafik 6">
            <a:extLst>
              <a:ext uri="{FF2B5EF4-FFF2-40B4-BE49-F238E27FC236}">
                <a16:creationId xmlns:a16="http://schemas.microsoft.com/office/drawing/2014/main" id="{7F7C476A-2849-4D68-9FA2-3A5CFC13C833}"/>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31837" y="6507088"/>
            <a:ext cx="984462" cy="162000"/>
          </a:xfrm>
          <a:prstGeom prst="rect">
            <a:avLst/>
          </a:prstGeom>
        </p:spPr>
      </p:pic>
      <p:sp>
        <p:nvSpPr>
          <p:cNvPr id="11" name="Bildplatzhalter 10">
            <a:extLst>
              <a:ext uri="{FF2B5EF4-FFF2-40B4-BE49-F238E27FC236}">
                <a16:creationId xmlns:a16="http://schemas.microsoft.com/office/drawing/2014/main" id="{221A3BAE-B19D-4390-B4A5-2C8A2CC87C59}"/>
              </a:ext>
            </a:extLst>
          </p:cNvPr>
          <p:cNvSpPr>
            <a:spLocks noGrp="1"/>
          </p:cNvSpPr>
          <p:nvPr>
            <p:ph type="pic" sz="quarter" idx="13"/>
          </p:nvPr>
        </p:nvSpPr>
        <p:spPr>
          <a:xfrm>
            <a:off x="731838" y="1412875"/>
            <a:ext cx="3420000" cy="2484000"/>
          </a:xfrm>
        </p:spPr>
        <p:txBody>
          <a:bodyPr tIns="360000"/>
          <a:lstStyle>
            <a:lvl1pPr marL="0" indent="0" algn="ctr">
              <a:buNone/>
              <a:defRPr/>
            </a:lvl1pPr>
          </a:lstStyle>
          <a:p>
            <a:r>
              <a:rPr lang="en-GB" noProof="0"/>
              <a:t>Click icon to add picture</a:t>
            </a:r>
            <a:endParaRPr lang="de-CH" noProof="0"/>
          </a:p>
        </p:txBody>
      </p:sp>
      <p:sp>
        <p:nvSpPr>
          <p:cNvPr id="13" name="Bildplatzhalter 10">
            <a:extLst>
              <a:ext uri="{FF2B5EF4-FFF2-40B4-BE49-F238E27FC236}">
                <a16:creationId xmlns:a16="http://schemas.microsoft.com/office/drawing/2014/main" id="{36793346-BF6B-42A8-ADE0-3AA3DC3B239A}"/>
              </a:ext>
            </a:extLst>
          </p:cNvPr>
          <p:cNvSpPr>
            <a:spLocks noGrp="1"/>
          </p:cNvSpPr>
          <p:nvPr>
            <p:ph type="pic" sz="quarter" idx="16"/>
          </p:nvPr>
        </p:nvSpPr>
        <p:spPr>
          <a:xfrm>
            <a:off x="8040162" y="1414800"/>
            <a:ext cx="3420000" cy="2484000"/>
          </a:xfrm>
        </p:spPr>
        <p:txBody>
          <a:bodyPr tIns="360000"/>
          <a:lstStyle>
            <a:lvl1pPr marL="0" indent="0" algn="ctr">
              <a:buNone/>
              <a:defRPr/>
            </a:lvl1pPr>
          </a:lstStyle>
          <a:p>
            <a:r>
              <a:rPr lang="en-GB" noProof="0"/>
              <a:t>Click icon to add picture</a:t>
            </a:r>
            <a:endParaRPr lang="de-CH" noProof="0"/>
          </a:p>
        </p:txBody>
      </p:sp>
      <p:sp>
        <p:nvSpPr>
          <p:cNvPr id="14" name="Bildplatzhalter 10">
            <a:extLst>
              <a:ext uri="{FF2B5EF4-FFF2-40B4-BE49-F238E27FC236}">
                <a16:creationId xmlns:a16="http://schemas.microsoft.com/office/drawing/2014/main" id="{FE637F68-618E-43EB-B240-4BFA26852FC5}"/>
              </a:ext>
            </a:extLst>
          </p:cNvPr>
          <p:cNvSpPr>
            <a:spLocks noGrp="1"/>
          </p:cNvSpPr>
          <p:nvPr>
            <p:ph type="pic" sz="quarter" idx="17"/>
          </p:nvPr>
        </p:nvSpPr>
        <p:spPr>
          <a:xfrm>
            <a:off x="4385999" y="1414800"/>
            <a:ext cx="3420000" cy="2484000"/>
          </a:xfrm>
        </p:spPr>
        <p:txBody>
          <a:bodyPr tIns="360000"/>
          <a:lstStyle>
            <a:lvl1pPr marL="0" indent="0" algn="ctr">
              <a:buNone/>
              <a:defRPr/>
            </a:lvl1pPr>
          </a:lstStyle>
          <a:p>
            <a:r>
              <a:rPr lang="en-GB" noProof="0"/>
              <a:t>Click icon to add picture</a:t>
            </a:r>
            <a:endParaRPr lang="de-CH" noProof="0"/>
          </a:p>
        </p:txBody>
      </p:sp>
    </p:spTree>
    <p:extLst>
      <p:ext uri="{BB962C8B-B14F-4D97-AF65-F5344CB8AC3E}">
        <p14:creationId xmlns:p14="http://schemas.microsoft.com/office/powerpoint/2010/main" val="2252988954"/>
      </p:ext>
    </p:extLst>
  </p:cSld>
  <p:clrMapOvr>
    <a:masterClrMapping/>
  </p:clrMapOvr>
  <p:extLst>
    <p:ext uri="{DCECCB84-F9BA-43D5-87BE-67443E8EF086}">
      <p15:sldGuideLst xmlns:p15="http://schemas.microsoft.com/office/powerpoint/2012/main">
        <p15:guide id="1" orient="horz" pos="3952">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Inhalt Tabell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346F7F9-CBC8-4641-B12B-7E76FD213E12}"/>
              </a:ext>
            </a:extLst>
          </p:cNvPr>
          <p:cNvSpPr>
            <a:spLocks noGrp="1"/>
          </p:cNvSpPr>
          <p:nvPr>
            <p:ph type="title"/>
          </p:nvPr>
        </p:nvSpPr>
        <p:spPr/>
        <p:txBody>
          <a:bodyPr/>
          <a:lstStyle/>
          <a:p>
            <a:r>
              <a:rPr lang="en-GB" noProof="0"/>
              <a:t>Click to edit Master title style</a:t>
            </a:r>
            <a:endParaRPr lang="de-CH" noProof="0"/>
          </a:p>
        </p:txBody>
      </p:sp>
      <p:sp>
        <p:nvSpPr>
          <p:cNvPr id="3" name="Inhaltsplatzhalter 2">
            <a:extLst>
              <a:ext uri="{FF2B5EF4-FFF2-40B4-BE49-F238E27FC236}">
                <a16:creationId xmlns:a16="http://schemas.microsoft.com/office/drawing/2014/main" id="{87D3E2EF-5F98-49EC-BCEA-B215D49920A3}"/>
              </a:ext>
            </a:extLst>
          </p:cNvPr>
          <p:cNvSpPr>
            <a:spLocks noGrp="1"/>
          </p:cNvSpPr>
          <p:nvPr>
            <p:ph idx="1"/>
          </p:nvPr>
        </p:nvSpPr>
        <p:spPr>
          <a:xfrm>
            <a:off x="731837" y="1412875"/>
            <a:ext cx="10728325" cy="396000"/>
          </a:xfrm>
        </p:spPr>
        <p:txBody>
          <a:bodyPr/>
          <a:lstStyle>
            <a:lvl1pPr marL="0" indent="0">
              <a:buNone/>
              <a:defRPr b="1"/>
            </a:lvl1pPr>
            <a:lvl2pPr marL="266700" indent="0">
              <a:buNone/>
              <a:defRPr b="1"/>
            </a:lvl2pPr>
            <a:lvl3pPr marL="538163" indent="0">
              <a:buNone/>
              <a:defRPr b="1"/>
            </a:lvl3pPr>
            <a:lvl4pPr marL="804862" indent="0">
              <a:buNone/>
              <a:defRPr b="1"/>
            </a:lvl4pPr>
            <a:lvl5pPr marL="1076325" indent="0">
              <a:buNone/>
              <a:defRPr b="1"/>
            </a:lvl5pPr>
          </a:lstStyle>
          <a:p>
            <a:pPr lvl="0"/>
            <a:r>
              <a:rPr lang="en-GB" noProof="0"/>
              <a:t>Click to edit Master text styles</a:t>
            </a:r>
          </a:p>
        </p:txBody>
      </p:sp>
      <p:sp>
        <p:nvSpPr>
          <p:cNvPr id="4" name="Datumsplatzhalter 3">
            <a:extLst>
              <a:ext uri="{FF2B5EF4-FFF2-40B4-BE49-F238E27FC236}">
                <a16:creationId xmlns:a16="http://schemas.microsoft.com/office/drawing/2014/main" id="{67DB21BA-81C0-43DB-A42C-5F672DBC37F2}"/>
              </a:ext>
            </a:extLst>
          </p:cNvPr>
          <p:cNvSpPr>
            <a:spLocks noGrp="1"/>
          </p:cNvSpPr>
          <p:nvPr>
            <p:ph type="dt" sz="half" idx="10"/>
          </p:nvPr>
        </p:nvSpPr>
        <p:spPr/>
        <p:txBody>
          <a:bodyPr/>
          <a:lstStyle/>
          <a:p>
            <a:fld id="{F48BAF19-1B3A-6E40-A375-7F12AB5CC601}" type="datetime1">
              <a:rPr lang="en-US" noProof="0" smtClean="0"/>
              <a:t>3/30/26</a:t>
            </a:fld>
            <a:endParaRPr lang="de-CH" noProof="0"/>
          </a:p>
        </p:txBody>
      </p:sp>
      <p:sp>
        <p:nvSpPr>
          <p:cNvPr id="5" name="Fußzeilenplatzhalter 4">
            <a:extLst>
              <a:ext uri="{FF2B5EF4-FFF2-40B4-BE49-F238E27FC236}">
                <a16:creationId xmlns:a16="http://schemas.microsoft.com/office/drawing/2014/main" id="{1BC78786-28C3-4EAB-A3FC-1A4BFA8447EC}"/>
              </a:ext>
            </a:extLst>
          </p:cNvPr>
          <p:cNvSpPr>
            <a:spLocks noGrp="1"/>
          </p:cNvSpPr>
          <p:nvPr>
            <p:ph type="ftr" sz="quarter" idx="11"/>
          </p:nvPr>
        </p:nvSpPr>
        <p:spPr/>
        <p:txBody>
          <a:bodyPr/>
          <a:lstStyle/>
          <a:p>
            <a:r>
              <a:rPr lang="de-DE" noProof="0"/>
              <a:t>Organisationseinheit verbal</a:t>
            </a:r>
            <a:endParaRPr lang="de-CH" noProof="0"/>
          </a:p>
        </p:txBody>
      </p:sp>
      <p:sp>
        <p:nvSpPr>
          <p:cNvPr id="6" name="Foliennummernplatzhalter 5">
            <a:extLst>
              <a:ext uri="{FF2B5EF4-FFF2-40B4-BE49-F238E27FC236}">
                <a16:creationId xmlns:a16="http://schemas.microsoft.com/office/drawing/2014/main" id="{0FC1D5C1-A4AD-42D4-93B7-D3B71140E3A1}"/>
              </a:ext>
            </a:extLst>
          </p:cNvPr>
          <p:cNvSpPr>
            <a:spLocks noGrp="1"/>
          </p:cNvSpPr>
          <p:nvPr>
            <p:ph type="sldNum" sz="quarter" idx="12"/>
          </p:nvPr>
        </p:nvSpPr>
        <p:spPr/>
        <p:txBody>
          <a:bodyPr/>
          <a:lstStyle/>
          <a:p>
            <a:fld id="{5ACA52AF-F19D-405C-AD5F-7D94B96A5CC3}" type="slidenum">
              <a:rPr lang="de-CH" noProof="0" smtClean="0"/>
              <a:t>‹#›</a:t>
            </a:fld>
            <a:endParaRPr lang="de-CH" noProof="0"/>
          </a:p>
        </p:txBody>
      </p:sp>
      <p:pic>
        <p:nvPicPr>
          <p:cNvPr id="7" name="Grafik 6">
            <a:extLst>
              <a:ext uri="{FF2B5EF4-FFF2-40B4-BE49-F238E27FC236}">
                <a16:creationId xmlns:a16="http://schemas.microsoft.com/office/drawing/2014/main" id="{7F7C476A-2849-4D68-9FA2-3A5CFC13C833}"/>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31837" y="6507088"/>
            <a:ext cx="984462" cy="162000"/>
          </a:xfrm>
          <a:prstGeom prst="rect">
            <a:avLst/>
          </a:prstGeom>
        </p:spPr>
      </p:pic>
      <p:sp>
        <p:nvSpPr>
          <p:cNvPr id="9" name="Tabellenplatzhalter 8">
            <a:extLst>
              <a:ext uri="{FF2B5EF4-FFF2-40B4-BE49-F238E27FC236}">
                <a16:creationId xmlns:a16="http://schemas.microsoft.com/office/drawing/2014/main" id="{A1D947E6-CC00-458E-BDE1-B0877E30333C}"/>
              </a:ext>
            </a:extLst>
          </p:cNvPr>
          <p:cNvSpPr>
            <a:spLocks noGrp="1"/>
          </p:cNvSpPr>
          <p:nvPr>
            <p:ph type="tbl" sz="quarter" idx="13"/>
          </p:nvPr>
        </p:nvSpPr>
        <p:spPr>
          <a:xfrm>
            <a:off x="731838" y="2061398"/>
            <a:ext cx="10728325" cy="4212401"/>
          </a:xfrm>
        </p:spPr>
        <p:txBody>
          <a:bodyPr tIns="1260000"/>
          <a:lstStyle>
            <a:lvl1pPr marL="0" indent="0" algn="ctr">
              <a:spcBef>
                <a:spcPts val="0"/>
              </a:spcBef>
              <a:buNone/>
              <a:defRPr sz="1400"/>
            </a:lvl1pPr>
          </a:lstStyle>
          <a:p>
            <a:r>
              <a:rPr lang="en-GB" noProof="0"/>
              <a:t>Click icon to add table</a:t>
            </a:r>
            <a:endParaRPr lang="de-CH" noProof="0"/>
          </a:p>
        </p:txBody>
      </p:sp>
    </p:spTree>
    <p:extLst>
      <p:ext uri="{BB962C8B-B14F-4D97-AF65-F5344CB8AC3E}">
        <p14:creationId xmlns:p14="http://schemas.microsoft.com/office/powerpoint/2010/main" val="2928661315"/>
      </p:ext>
    </p:extLst>
  </p:cSld>
  <p:clrMapOvr>
    <a:masterClrMapping/>
  </p:clrMapOvr>
  <p:extLst>
    <p:ext uri="{DCECCB84-F9BA-43D5-87BE-67443E8EF086}">
      <p15:sldGuideLst xmlns:p15="http://schemas.microsoft.com/office/powerpoint/2012/main">
        <p15:guide id="1" orient="horz" pos="3952" userDrawn="1">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Schlussfolie">
    <p:bg>
      <p:bgPr>
        <a:solidFill>
          <a:schemeClr val="bg1"/>
        </a:solidFill>
        <a:effectLst/>
      </p:bgPr>
    </p:bg>
    <p:spTree>
      <p:nvGrpSpPr>
        <p:cNvPr id="1" name=""/>
        <p:cNvGrpSpPr/>
        <p:nvPr/>
      </p:nvGrpSpPr>
      <p:grpSpPr>
        <a:xfrm>
          <a:off x="0" y="0"/>
          <a:ext cx="0" cy="0"/>
          <a:chOff x="0" y="0"/>
          <a:chExt cx="0" cy="0"/>
        </a:xfrm>
      </p:grpSpPr>
      <p:sp>
        <p:nvSpPr>
          <p:cNvPr id="20" name="Inhaltsplatzhalter 2">
            <a:extLst>
              <a:ext uri="{FF2B5EF4-FFF2-40B4-BE49-F238E27FC236}">
                <a16:creationId xmlns:a16="http://schemas.microsoft.com/office/drawing/2014/main" id="{394B20FF-3667-40DF-92A1-C6CF3BBCA26D}"/>
              </a:ext>
            </a:extLst>
          </p:cNvPr>
          <p:cNvSpPr>
            <a:spLocks noGrp="1"/>
          </p:cNvSpPr>
          <p:nvPr>
            <p:ph idx="1"/>
          </p:nvPr>
        </p:nvSpPr>
        <p:spPr>
          <a:xfrm>
            <a:off x="731837" y="2135492"/>
            <a:ext cx="10728325" cy="3960000"/>
          </a:xfrm>
        </p:spPr>
        <p:txBody>
          <a:bodyPr/>
          <a:lstStyle>
            <a:lvl1pPr marL="0" indent="0">
              <a:spcBef>
                <a:spcPts val="0"/>
              </a:spcBef>
              <a:buNone/>
              <a:defRPr>
                <a:solidFill>
                  <a:schemeClr val="tx1"/>
                </a:solidFill>
              </a:defRPr>
            </a:lvl1pPr>
            <a:lvl2pPr marL="266700" indent="0">
              <a:buNone/>
              <a:defRPr>
                <a:solidFill>
                  <a:schemeClr val="bg1"/>
                </a:solidFill>
              </a:defRPr>
            </a:lvl2pPr>
            <a:lvl3pPr marL="540000" indent="0">
              <a:buNone/>
              <a:defRPr>
                <a:solidFill>
                  <a:schemeClr val="bg1"/>
                </a:solidFill>
              </a:defRPr>
            </a:lvl3pPr>
            <a:lvl4pPr marL="808537" indent="0">
              <a:buNone/>
              <a:defRPr>
                <a:solidFill>
                  <a:schemeClr val="bg1"/>
                </a:solidFill>
              </a:defRPr>
            </a:lvl4pPr>
            <a:lvl5pPr marL="1080000" indent="0">
              <a:buNone/>
              <a:defRPr>
                <a:solidFill>
                  <a:schemeClr val="bg1"/>
                </a:solidFill>
              </a:defRPr>
            </a:lvl5pPr>
          </a:lstStyle>
          <a:p>
            <a:pPr lvl="0"/>
            <a:r>
              <a:rPr lang="en-GB" noProof="0"/>
              <a:t>Click to edit Master text styles</a:t>
            </a:r>
          </a:p>
        </p:txBody>
      </p:sp>
      <p:sp>
        <p:nvSpPr>
          <p:cNvPr id="21" name="Bildplatzhalter 8">
            <a:extLst>
              <a:ext uri="{FF2B5EF4-FFF2-40B4-BE49-F238E27FC236}">
                <a16:creationId xmlns:a16="http://schemas.microsoft.com/office/drawing/2014/main" id="{794484F1-3B7F-46CE-AD0B-2310A557A990}"/>
              </a:ext>
            </a:extLst>
          </p:cNvPr>
          <p:cNvSpPr>
            <a:spLocks noGrp="1"/>
          </p:cNvSpPr>
          <p:nvPr>
            <p:ph type="pic" sz="quarter" idx="12"/>
          </p:nvPr>
        </p:nvSpPr>
        <p:spPr>
          <a:xfrm>
            <a:off x="10200163" y="6489088"/>
            <a:ext cx="1260000" cy="180000"/>
          </a:xfrm>
        </p:spPr>
        <p:txBody>
          <a:bodyPr/>
          <a:lstStyle>
            <a:lvl1pPr marL="0" indent="0" algn="l">
              <a:buNone/>
              <a:defRPr sz="700">
                <a:solidFill>
                  <a:schemeClr val="tx1"/>
                </a:solidFill>
              </a:defRPr>
            </a:lvl1pPr>
          </a:lstStyle>
          <a:p>
            <a:r>
              <a:rPr lang="en-GB" noProof="0"/>
              <a:t>Click icon to add picture</a:t>
            </a:r>
            <a:endParaRPr lang="de-CH" noProof="0"/>
          </a:p>
        </p:txBody>
      </p:sp>
      <p:pic>
        <p:nvPicPr>
          <p:cNvPr id="22" name="Grafik 21">
            <a:extLst>
              <a:ext uri="{FF2B5EF4-FFF2-40B4-BE49-F238E27FC236}">
                <a16:creationId xmlns:a16="http://schemas.microsoft.com/office/drawing/2014/main" id="{F900572E-A73E-42BE-96FA-38ADC4E79FD6}"/>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31838" y="360538"/>
            <a:ext cx="1765565" cy="288000"/>
          </a:xfrm>
          <a:prstGeom prst="rect">
            <a:avLst/>
          </a:prstGeom>
        </p:spPr>
      </p:pic>
    </p:spTree>
    <p:extLst>
      <p:ext uri="{BB962C8B-B14F-4D97-AF65-F5344CB8AC3E}">
        <p14:creationId xmlns:p14="http://schemas.microsoft.com/office/powerpoint/2010/main" val="1752670339"/>
      </p:ext>
    </p:extLst>
  </p:cSld>
  <p:clrMapOvr>
    <a:masterClrMapping/>
  </p:clrMapOvr>
  <p:extLst>
    <p:ext uri="{DCECCB84-F9BA-43D5-87BE-67443E8EF086}">
      <p15:sldGuideLst xmlns:p15="http://schemas.microsoft.com/office/powerpoint/2012/main">
        <p15:guide id="1" pos="6698">
          <p15:clr>
            <a:srgbClr val="FBAE40"/>
          </p15:clr>
        </p15:guide>
        <p15:guide id="3" orient="horz" pos="640">
          <p15:clr>
            <a:srgbClr val="FBAE40"/>
          </p15:clr>
        </p15:guide>
        <p15:guide id="4" orient="horz" pos="3952">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elplatzhalter 1">
            <a:extLst>
              <a:ext uri="{FF2B5EF4-FFF2-40B4-BE49-F238E27FC236}">
                <a16:creationId xmlns:a16="http://schemas.microsoft.com/office/drawing/2014/main" id="{29CEF804-E58C-481B-A606-7D35AF68FF55}"/>
              </a:ext>
            </a:extLst>
          </p:cNvPr>
          <p:cNvSpPr>
            <a:spLocks noGrp="1"/>
          </p:cNvSpPr>
          <p:nvPr>
            <p:ph type="title"/>
          </p:nvPr>
        </p:nvSpPr>
        <p:spPr>
          <a:xfrm>
            <a:off x="731837" y="260351"/>
            <a:ext cx="10728325" cy="900000"/>
          </a:xfrm>
          <a:prstGeom prst="rect">
            <a:avLst/>
          </a:prstGeom>
        </p:spPr>
        <p:txBody>
          <a:bodyPr vert="horz" lIns="0" tIns="0" rIns="0" bIns="0" rtlCol="0" anchor="t" anchorCtr="0">
            <a:noAutofit/>
          </a:bodyPr>
          <a:lstStyle/>
          <a:p>
            <a:r>
              <a:rPr lang="de-CH" noProof="0"/>
              <a:t>Mastertitelformat bearbeiten</a:t>
            </a:r>
          </a:p>
        </p:txBody>
      </p:sp>
      <p:sp>
        <p:nvSpPr>
          <p:cNvPr id="3" name="Textplatzhalter 2">
            <a:extLst>
              <a:ext uri="{FF2B5EF4-FFF2-40B4-BE49-F238E27FC236}">
                <a16:creationId xmlns:a16="http://schemas.microsoft.com/office/drawing/2014/main" id="{65C6EC0D-393C-42F2-B6A7-B19C9B098F2D}"/>
              </a:ext>
            </a:extLst>
          </p:cNvPr>
          <p:cNvSpPr>
            <a:spLocks noGrp="1"/>
          </p:cNvSpPr>
          <p:nvPr>
            <p:ph type="body" idx="1"/>
          </p:nvPr>
        </p:nvSpPr>
        <p:spPr>
          <a:xfrm>
            <a:off x="731837" y="1412875"/>
            <a:ext cx="10728325" cy="4680000"/>
          </a:xfrm>
          <a:prstGeom prst="rect">
            <a:avLst/>
          </a:prstGeom>
        </p:spPr>
        <p:txBody>
          <a:bodyPr vert="horz" lIns="0" tIns="0" rIns="0" bIns="0" rtlCol="0">
            <a:noAutofit/>
          </a:bodyPr>
          <a:lstStyle/>
          <a:p>
            <a:pPr lvl="0"/>
            <a:r>
              <a:rPr lang="de-CH" noProof="0"/>
              <a:t>Mastertextformat bearbeiten</a:t>
            </a:r>
          </a:p>
          <a:p>
            <a:pPr lvl="1"/>
            <a:r>
              <a:rPr lang="de-CH" noProof="0"/>
              <a:t>Zweite Ebene</a:t>
            </a:r>
          </a:p>
          <a:p>
            <a:pPr lvl="2"/>
            <a:r>
              <a:rPr lang="de-CH" noProof="0"/>
              <a:t>Dritte Ebene</a:t>
            </a:r>
          </a:p>
          <a:p>
            <a:pPr lvl="3"/>
            <a:r>
              <a:rPr lang="de-CH" noProof="0"/>
              <a:t>Vierte Ebene</a:t>
            </a:r>
          </a:p>
          <a:p>
            <a:pPr lvl="4"/>
            <a:r>
              <a:rPr lang="de-CH" noProof="0"/>
              <a:t>Fünfte Ebene</a:t>
            </a:r>
          </a:p>
        </p:txBody>
      </p:sp>
      <p:sp>
        <p:nvSpPr>
          <p:cNvPr id="4" name="Datumsplatzhalter 3">
            <a:extLst>
              <a:ext uri="{FF2B5EF4-FFF2-40B4-BE49-F238E27FC236}">
                <a16:creationId xmlns:a16="http://schemas.microsoft.com/office/drawing/2014/main" id="{37C96E51-36C9-4BEE-A761-33378A0DF03D}"/>
              </a:ext>
            </a:extLst>
          </p:cNvPr>
          <p:cNvSpPr>
            <a:spLocks noGrp="1"/>
          </p:cNvSpPr>
          <p:nvPr>
            <p:ph type="dt" sz="half" idx="2"/>
          </p:nvPr>
        </p:nvSpPr>
        <p:spPr>
          <a:xfrm>
            <a:off x="10473692" y="6522444"/>
            <a:ext cx="612000" cy="216000"/>
          </a:xfrm>
          <a:prstGeom prst="rect">
            <a:avLst/>
          </a:prstGeom>
        </p:spPr>
        <p:txBody>
          <a:bodyPr vert="horz" lIns="0" tIns="0" rIns="0" bIns="0" rtlCol="0" anchor="ctr"/>
          <a:lstStyle>
            <a:lvl1pPr algn="l">
              <a:defRPr sz="800">
                <a:solidFill>
                  <a:schemeClr val="tx1"/>
                </a:solidFill>
              </a:defRPr>
            </a:lvl1pPr>
          </a:lstStyle>
          <a:p>
            <a:fld id="{E43DAA9C-DA51-5441-8EE1-9D4A0AE6C6B1}" type="datetime1">
              <a:rPr lang="en-US" noProof="0" smtClean="0"/>
              <a:t>3/30/26</a:t>
            </a:fld>
            <a:endParaRPr lang="de-CH" noProof="0"/>
          </a:p>
        </p:txBody>
      </p:sp>
      <p:sp>
        <p:nvSpPr>
          <p:cNvPr id="5" name="Fußzeilenplatzhalter 4">
            <a:extLst>
              <a:ext uri="{FF2B5EF4-FFF2-40B4-BE49-F238E27FC236}">
                <a16:creationId xmlns:a16="http://schemas.microsoft.com/office/drawing/2014/main" id="{411EC403-6E63-4450-AFDD-66CA49D6CCBE}"/>
              </a:ext>
            </a:extLst>
          </p:cNvPr>
          <p:cNvSpPr>
            <a:spLocks noGrp="1"/>
          </p:cNvSpPr>
          <p:nvPr>
            <p:ph type="ftr" sz="quarter" idx="3"/>
          </p:nvPr>
        </p:nvSpPr>
        <p:spPr>
          <a:xfrm>
            <a:off x="2171700" y="6522444"/>
            <a:ext cx="5400000" cy="216000"/>
          </a:xfrm>
          <a:prstGeom prst="rect">
            <a:avLst/>
          </a:prstGeom>
        </p:spPr>
        <p:txBody>
          <a:bodyPr vert="horz" lIns="0" tIns="0" rIns="0" bIns="0" rtlCol="0" anchor="ctr"/>
          <a:lstStyle>
            <a:lvl1pPr algn="l">
              <a:defRPr sz="800">
                <a:solidFill>
                  <a:schemeClr val="tx1"/>
                </a:solidFill>
              </a:defRPr>
            </a:lvl1pPr>
          </a:lstStyle>
          <a:p>
            <a:r>
              <a:rPr lang="de-DE" noProof="0"/>
              <a:t>Organisationseinheit verbal</a:t>
            </a:r>
            <a:endParaRPr lang="de-CH" noProof="0"/>
          </a:p>
        </p:txBody>
      </p:sp>
      <p:sp>
        <p:nvSpPr>
          <p:cNvPr id="6" name="Foliennummernplatzhalter 5">
            <a:extLst>
              <a:ext uri="{FF2B5EF4-FFF2-40B4-BE49-F238E27FC236}">
                <a16:creationId xmlns:a16="http://schemas.microsoft.com/office/drawing/2014/main" id="{7FDFCC57-7DDC-4B2C-A6BE-862DAF9C9F11}"/>
              </a:ext>
            </a:extLst>
          </p:cNvPr>
          <p:cNvSpPr>
            <a:spLocks noGrp="1"/>
          </p:cNvSpPr>
          <p:nvPr>
            <p:ph type="sldNum" sz="quarter" idx="4"/>
          </p:nvPr>
        </p:nvSpPr>
        <p:spPr>
          <a:xfrm>
            <a:off x="11137585" y="6522444"/>
            <a:ext cx="322577" cy="216000"/>
          </a:xfrm>
          <a:prstGeom prst="rect">
            <a:avLst/>
          </a:prstGeom>
        </p:spPr>
        <p:txBody>
          <a:bodyPr vert="horz" lIns="0" tIns="0" rIns="0" bIns="0" rtlCol="0" anchor="ctr"/>
          <a:lstStyle>
            <a:lvl1pPr algn="r">
              <a:defRPr sz="800">
                <a:solidFill>
                  <a:schemeClr val="tx1"/>
                </a:solidFill>
              </a:defRPr>
            </a:lvl1pPr>
          </a:lstStyle>
          <a:p>
            <a:fld id="{5ACA52AF-F19D-405C-AD5F-7D94B96A5CC3}" type="slidenum">
              <a:rPr lang="de-CH" noProof="0" smtClean="0"/>
              <a:pPr/>
              <a:t>‹#›</a:t>
            </a:fld>
            <a:endParaRPr lang="de-CH" noProof="0"/>
          </a:p>
        </p:txBody>
      </p:sp>
    </p:spTree>
    <p:extLst>
      <p:ext uri="{BB962C8B-B14F-4D97-AF65-F5344CB8AC3E}">
        <p14:creationId xmlns:p14="http://schemas.microsoft.com/office/powerpoint/2010/main" val="409606273"/>
      </p:ext>
    </p:extLst>
  </p:cSld>
  <p:clrMap bg1="lt1" tx1="dk1" bg2="lt2" tx2="dk2" accent1="accent1" accent2="accent2" accent3="accent3" accent4="accent4" accent5="accent5" accent6="accent6" hlink="hlink" folHlink="folHlink"/>
  <p:sldLayoutIdLst>
    <p:sldLayoutId id="2147483649" r:id="rId1"/>
    <p:sldLayoutId id="2147483651" r:id="rId2"/>
    <p:sldLayoutId id="2147483652" r:id="rId3"/>
    <p:sldLayoutId id="2147483653" r:id="rId4"/>
    <p:sldLayoutId id="2147483654" r:id="rId5"/>
    <p:sldLayoutId id="2147483650"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Lst>
  <p:hf hdr="0" ftr="0"/>
  <p:txStyles>
    <p:titleStyle>
      <a:lvl1pPr algn="l" defTabSz="914400" rtl="0" eaLnBrk="1" latinLnBrk="0" hangingPunct="1">
        <a:lnSpc>
          <a:spcPct val="90000"/>
        </a:lnSpc>
        <a:spcBef>
          <a:spcPct val="0"/>
        </a:spcBef>
        <a:buNone/>
        <a:defRPr sz="2600" kern="1200">
          <a:solidFill>
            <a:schemeClr val="tx1"/>
          </a:solidFill>
          <a:latin typeface="+mj-lt"/>
          <a:ea typeface="+mj-ea"/>
          <a:cs typeface="+mj-cs"/>
        </a:defRPr>
      </a:lvl1pPr>
    </p:titleStyle>
    <p:bodyStyle>
      <a:lvl1pPr marL="270000" indent="-270000" algn="l" defTabSz="914400" rtl="0" eaLnBrk="1" latinLnBrk="0" hangingPunct="1">
        <a:lnSpc>
          <a:spcPct val="100000"/>
        </a:lnSpc>
        <a:spcBef>
          <a:spcPts val="1000"/>
        </a:spcBef>
        <a:buFont typeface="Arial" panose="020B0604020202020204" pitchFamily="34" charset="0"/>
        <a:buChar char="•"/>
        <a:defRPr sz="1800" kern="1200">
          <a:solidFill>
            <a:schemeClr val="tx1"/>
          </a:solidFill>
          <a:latin typeface="+mn-lt"/>
          <a:ea typeface="+mn-ea"/>
          <a:cs typeface="+mn-cs"/>
        </a:defRPr>
      </a:lvl1pPr>
      <a:lvl2pPr marL="538163" indent="-271463" algn="l" defTabSz="914400" rtl="0" eaLnBrk="1" latinLnBrk="0" hangingPunct="1">
        <a:lnSpc>
          <a:spcPct val="100000"/>
        </a:lnSpc>
        <a:spcBef>
          <a:spcPts val="500"/>
        </a:spcBef>
        <a:buFont typeface="Symbol" panose="05050102010706020507" pitchFamily="18" charset="2"/>
        <a:buChar char="-"/>
        <a:defRPr sz="1800" kern="1200">
          <a:solidFill>
            <a:schemeClr val="tx1"/>
          </a:solidFill>
          <a:latin typeface="+mn-lt"/>
          <a:ea typeface="+mn-ea"/>
          <a:cs typeface="+mn-cs"/>
        </a:defRPr>
      </a:lvl2pPr>
      <a:lvl3pPr marL="810000" indent="-270000" algn="l" defTabSz="914400" rtl="0" eaLnBrk="1" latinLnBrk="0" hangingPunct="1">
        <a:lnSpc>
          <a:spcPct val="100000"/>
        </a:lnSpc>
        <a:spcBef>
          <a:spcPts val="500"/>
        </a:spcBef>
        <a:buFont typeface="Symbol" panose="05050102010706020507" pitchFamily="18" charset="2"/>
        <a:buChar char="-"/>
        <a:defRPr sz="1800" kern="1200">
          <a:solidFill>
            <a:schemeClr val="tx1"/>
          </a:solidFill>
          <a:latin typeface="+mn-lt"/>
          <a:ea typeface="+mn-ea"/>
          <a:cs typeface="+mn-cs"/>
        </a:defRPr>
      </a:lvl3pPr>
      <a:lvl4pPr marL="1080000" indent="-271463" algn="l" defTabSz="914400" rtl="0" eaLnBrk="1" latinLnBrk="0" hangingPunct="1">
        <a:lnSpc>
          <a:spcPct val="100000"/>
        </a:lnSpc>
        <a:spcBef>
          <a:spcPts val="500"/>
        </a:spcBef>
        <a:buFont typeface="Symbol" panose="05050102010706020507" pitchFamily="18" charset="2"/>
        <a:buChar char="-"/>
        <a:defRPr sz="1800" kern="1200">
          <a:solidFill>
            <a:schemeClr val="tx1"/>
          </a:solidFill>
          <a:latin typeface="+mn-lt"/>
          <a:ea typeface="+mn-ea"/>
          <a:cs typeface="+mn-cs"/>
        </a:defRPr>
      </a:lvl4pPr>
      <a:lvl5pPr marL="1350000" indent="-270000" algn="l" defTabSz="914400" rtl="0" eaLnBrk="1" latinLnBrk="0" hangingPunct="1">
        <a:lnSpc>
          <a:spcPct val="100000"/>
        </a:lnSpc>
        <a:spcBef>
          <a:spcPts val="500"/>
        </a:spcBef>
        <a:buFont typeface="Symbol" panose="05050102010706020507" pitchFamily="18" charset="2"/>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pos="461" userDrawn="1">
          <p15:clr>
            <a:srgbClr val="F26B43"/>
          </p15:clr>
        </p15:guide>
        <p15:guide id="3" pos="7219" userDrawn="1">
          <p15:clr>
            <a:srgbClr val="F26B43"/>
          </p15:clr>
        </p15:guide>
        <p15:guide id="4" orient="horz" pos="164" userDrawn="1">
          <p15:clr>
            <a:srgbClr val="F26B43"/>
          </p15:clr>
        </p15:guide>
        <p15:guide id="5" orient="horz" pos="890" userDrawn="1">
          <p15:clr>
            <a:srgbClr val="F26B43"/>
          </p15:clr>
        </p15:guide>
        <p15:guide id="6" orient="horz" pos="4201" userDrawn="1">
          <p15:clr>
            <a:srgbClr val="F26B43"/>
          </p15:clr>
        </p15:guide>
        <p15:guide id="7" pos="3840"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image" Target="../media/image10.png"/></Relationships>
</file>

<file path=ppt/slides/_rels/slide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slideLayout" Target="../slideLayouts/slideLayout7.xml"/><Relationship Id="rId1" Type="http://schemas.openxmlformats.org/officeDocument/2006/relationships/video" Target="https://www.youtube.com/embed/5I3Ei69I40s?feature=oembed"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 name="Bildplatzhalter 18" descr="Ein Bild, das Gebäude, Stadt, Schloss, Turm enthält.&#10;&#10;Automatisch generierte Beschreibung">
            <a:extLst>
              <a:ext uri="{FF2B5EF4-FFF2-40B4-BE49-F238E27FC236}">
                <a16:creationId xmlns:a16="http://schemas.microsoft.com/office/drawing/2014/main" id="{882FF669-564A-4497-A386-BA8B28F256B8}"/>
              </a:ext>
            </a:extLst>
          </p:cNvPr>
          <p:cNvPicPr>
            <a:picLocks noGrp="1" noChangeAspect="1"/>
          </p:cNvPicPr>
          <p:nvPr>
            <p:ph type="pic" sz="quarter" idx="11"/>
          </p:nvPr>
        </p:nvPicPr>
        <p:blipFill>
          <a:blip r:embed="rId2">
            <a:extLst>
              <a:ext uri="{28A0092B-C50C-407E-A947-70E740481C1C}">
                <a14:useLocalDpi xmlns:a14="http://schemas.microsoft.com/office/drawing/2010/main" val="0"/>
              </a:ext>
            </a:extLst>
          </a:blip>
          <a:srcRect t="461" b="461"/>
          <a:stretch>
            <a:fillRect/>
          </a:stretch>
        </p:blipFill>
        <p:spPr/>
      </p:pic>
      <p:sp>
        <p:nvSpPr>
          <p:cNvPr id="3" name="Titel 2">
            <a:extLst>
              <a:ext uri="{FF2B5EF4-FFF2-40B4-BE49-F238E27FC236}">
                <a16:creationId xmlns:a16="http://schemas.microsoft.com/office/drawing/2014/main" id="{AC1FB292-90C1-439C-8480-EB4116CF2374}"/>
              </a:ext>
            </a:extLst>
          </p:cNvPr>
          <p:cNvSpPr>
            <a:spLocks noGrp="1"/>
          </p:cNvSpPr>
          <p:nvPr>
            <p:ph type="ctrTitle"/>
          </p:nvPr>
        </p:nvSpPr>
        <p:spPr/>
        <p:txBody>
          <a:bodyPr/>
          <a:lstStyle/>
          <a:p>
            <a:r>
              <a:rPr lang="de-DE" sz="2800">
                <a:latin typeface="Optima" panose="02000503060000020004" pitchFamily="2" charset="0"/>
              </a:rPr>
              <a:t>Learning </a:t>
            </a:r>
            <a:r>
              <a:rPr lang="de-DE" sz="2800" err="1">
                <a:latin typeface="Optima" panose="02000503060000020004" pitchFamily="2" charset="0"/>
              </a:rPr>
              <a:t>grain</a:t>
            </a:r>
            <a:r>
              <a:rPr lang="de-DE" sz="2800">
                <a:latin typeface="Optima" panose="02000503060000020004" pitchFamily="2" charset="0"/>
              </a:rPr>
              <a:t> </a:t>
            </a:r>
            <a:r>
              <a:rPr lang="de-DE" sz="2800" err="1">
                <a:latin typeface="Optima" panose="02000503060000020004" pitchFamily="2" charset="0"/>
              </a:rPr>
              <a:t>boundary</a:t>
            </a:r>
            <a:r>
              <a:rPr lang="de-DE" sz="2800">
                <a:latin typeface="Optima" panose="02000503060000020004" pitchFamily="2" charset="0"/>
              </a:rPr>
              <a:t> </a:t>
            </a:r>
            <a:r>
              <a:rPr lang="de-DE" sz="2800" err="1">
                <a:latin typeface="Optima" panose="02000503060000020004" pitchFamily="2" charset="0"/>
              </a:rPr>
              <a:t>segregation</a:t>
            </a:r>
            <a:r>
              <a:rPr lang="de-DE" sz="2800">
                <a:latin typeface="Optima" panose="02000503060000020004" pitchFamily="2" charset="0"/>
              </a:rPr>
              <a:t> </a:t>
            </a:r>
            <a:r>
              <a:rPr lang="de-DE" sz="2800" err="1">
                <a:latin typeface="Optima" panose="02000503060000020004" pitchFamily="2" charset="0"/>
              </a:rPr>
              <a:t>energy</a:t>
            </a:r>
            <a:r>
              <a:rPr lang="de-DE" sz="2800">
                <a:latin typeface="Optima" panose="02000503060000020004" pitchFamily="2" charset="0"/>
              </a:rPr>
              <a:t> </a:t>
            </a:r>
            <a:r>
              <a:rPr lang="de-DE" sz="2800" err="1">
                <a:latin typeface="Optima" panose="02000503060000020004" pitchFamily="2" charset="0"/>
              </a:rPr>
              <a:t>spectra</a:t>
            </a:r>
            <a:r>
              <a:rPr lang="de-DE" sz="2800">
                <a:latin typeface="Optima" panose="02000503060000020004" pitchFamily="2" charset="0"/>
              </a:rPr>
              <a:t> in </a:t>
            </a:r>
            <a:r>
              <a:rPr lang="de-DE" sz="2800" err="1">
                <a:latin typeface="Optima" panose="02000503060000020004" pitchFamily="2" charset="0"/>
              </a:rPr>
              <a:t>polycrystals</a:t>
            </a:r>
            <a:br>
              <a:rPr lang="de-DE" sz="1400">
                <a:latin typeface="Optima" panose="02000503060000020004" pitchFamily="2" charset="0"/>
              </a:rPr>
            </a:br>
            <a:endParaRPr lang="de-CH" sz="2800">
              <a:latin typeface="Optima" panose="02000503060000020004" pitchFamily="2" charset="0"/>
            </a:endParaRPr>
          </a:p>
        </p:txBody>
      </p:sp>
      <p:sp>
        <p:nvSpPr>
          <p:cNvPr id="6" name="Textplatzhalter 5">
            <a:extLst>
              <a:ext uri="{FF2B5EF4-FFF2-40B4-BE49-F238E27FC236}">
                <a16:creationId xmlns:a16="http://schemas.microsoft.com/office/drawing/2014/main" id="{4171C1F6-869F-40B1-8975-92FF2042F4CD}"/>
              </a:ext>
            </a:extLst>
          </p:cNvPr>
          <p:cNvSpPr>
            <a:spLocks noGrp="1"/>
          </p:cNvSpPr>
          <p:nvPr>
            <p:ph type="body" sz="quarter" idx="13"/>
          </p:nvPr>
        </p:nvSpPr>
        <p:spPr>
          <a:xfrm>
            <a:off x="1099299" y="4106082"/>
            <a:ext cx="4680000" cy="1008000"/>
          </a:xfrm>
        </p:spPr>
        <p:txBody>
          <a:bodyPr/>
          <a:lstStyle/>
          <a:p>
            <a:r>
              <a:rPr lang="en-GB" err="1">
                <a:latin typeface="Optima" panose="02000503060000020004" pitchFamily="2" charset="0"/>
              </a:rPr>
              <a:t>Caimei</a:t>
            </a:r>
            <a:r>
              <a:rPr lang="zh-CN" altLang="en-US">
                <a:latin typeface="Optima" panose="02000503060000020004" pitchFamily="2" charset="0"/>
              </a:rPr>
              <a:t> </a:t>
            </a:r>
            <a:r>
              <a:rPr lang="en-US" altLang="zh-CN">
                <a:latin typeface="Optima" panose="02000503060000020004" pitchFamily="2" charset="0"/>
              </a:rPr>
              <a:t>Niu</a:t>
            </a:r>
          </a:p>
          <a:p>
            <a:r>
              <a:rPr lang="en-US">
                <a:latin typeface="Optima" panose="02000503060000020004" pitchFamily="2" charset="0"/>
              </a:rPr>
              <a:t>Jiayi</a:t>
            </a:r>
            <a:r>
              <a:rPr lang="zh-CN" altLang="en-US">
                <a:latin typeface="Optima" panose="02000503060000020004" pitchFamily="2" charset="0"/>
              </a:rPr>
              <a:t> </a:t>
            </a:r>
            <a:r>
              <a:rPr lang="en-US" altLang="zh-CN">
                <a:latin typeface="Optima" panose="02000503060000020004" pitchFamily="2" charset="0"/>
              </a:rPr>
              <a:t>Fu</a:t>
            </a:r>
          </a:p>
          <a:p>
            <a:r>
              <a:rPr lang="en-US">
                <a:latin typeface="Optima" panose="02000503060000020004" pitchFamily="2" charset="0"/>
              </a:rPr>
              <a:t>Cheng</a:t>
            </a:r>
            <a:r>
              <a:rPr lang="zh-CN" altLang="en-US">
                <a:latin typeface="Optima" panose="02000503060000020004" pitchFamily="2" charset="0"/>
              </a:rPr>
              <a:t> </a:t>
            </a:r>
            <a:r>
              <a:rPr lang="en-US" altLang="zh-CN">
                <a:latin typeface="Optima" panose="02000503060000020004" pitchFamily="2" charset="0"/>
              </a:rPr>
              <a:t>Chen</a:t>
            </a:r>
            <a:endParaRPr lang="en-GB">
              <a:latin typeface="Optima" panose="02000503060000020004" pitchFamily="2" charset="0"/>
            </a:endParaRPr>
          </a:p>
        </p:txBody>
      </p:sp>
    </p:spTree>
    <p:extLst>
      <p:ext uri="{BB962C8B-B14F-4D97-AF65-F5344CB8AC3E}">
        <p14:creationId xmlns:p14="http://schemas.microsoft.com/office/powerpoint/2010/main" val="353616881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2FE22A1-56F7-4FF9-8A90-D307E67331DC}"/>
              </a:ext>
            </a:extLst>
          </p:cNvPr>
          <p:cNvSpPr>
            <a:spLocks noGrp="1"/>
          </p:cNvSpPr>
          <p:nvPr>
            <p:ph type="title"/>
          </p:nvPr>
        </p:nvSpPr>
        <p:spPr/>
        <p:txBody>
          <a:bodyPr/>
          <a:lstStyle/>
          <a:p>
            <a:r>
              <a:rPr lang="en-GB" sz="2800" b="1">
                <a:solidFill>
                  <a:srgbClr val="293549"/>
                </a:solidFill>
                <a:latin typeface="Optima"/>
              </a:rPr>
              <a:t>1. Paper Overview</a:t>
            </a:r>
            <a:endParaRPr lang="en-GB" sz="2800" b="1">
              <a:solidFill>
                <a:srgbClr val="293549"/>
              </a:solidFill>
              <a:latin typeface="Optima" panose="02000503060000020004" pitchFamily="2" charset="0"/>
            </a:endParaRPr>
          </a:p>
        </p:txBody>
      </p:sp>
      <p:sp>
        <p:nvSpPr>
          <p:cNvPr id="4" name="Datumsplatzhalter 3">
            <a:extLst>
              <a:ext uri="{FF2B5EF4-FFF2-40B4-BE49-F238E27FC236}">
                <a16:creationId xmlns:a16="http://schemas.microsoft.com/office/drawing/2014/main" id="{C6DB7874-B99C-4F6D-A86D-EA0EE8CA0B16}"/>
              </a:ext>
            </a:extLst>
          </p:cNvPr>
          <p:cNvSpPr>
            <a:spLocks noGrp="1"/>
          </p:cNvSpPr>
          <p:nvPr>
            <p:ph type="dt" sz="half" idx="10"/>
          </p:nvPr>
        </p:nvSpPr>
        <p:spPr/>
        <p:txBody>
          <a:bodyPr/>
          <a:lstStyle/>
          <a:p>
            <a:fld id="{9916AF07-6FB5-B248-B775-1D5A9C8040EB}" type="datetime1">
              <a:rPr lang="en-US" noProof="0" smtClean="0">
                <a:latin typeface="Optima" panose="02000503060000020004" pitchFamily="2" charset="0"/>
              </a:rPr>
              <a:t>3/30/26</a:t>
            </a:fld>
            <a:endParaRPr lang="de-CH" noProof="0">
              <a:latin typeface="Optima" panose="02000503060000020004" pitchFamily="2" charset="0"/>
            </a:endParaRPr>
          </a:p>
        </p:txBody>
      </p:sp>
      <p:sp>
        <p:nvSpPr>
          <p:cNvPr id="6" name="Foliennummernplatzhalter 5">
            <a:extLst>
              <a:ext uri="{FF2B5EF4-FFF2-40B4-BE49-F238E27FC236}">
                <a16:creationId xmlns:a16="http://schemas.microsoft.com/office/drawing/2014/main" id="{9620278B-D74F-421E-A3BD-EC66D58377A7}"/>
              </a:ext>
            </a:extLst>
          </p:cNvPr>
          <p:cNvSpPr>
            <a:spLocks noGrp="1"/>
          </p:cNvSpPr>
          <p:nvPr>
            <p:ph type="sldNum" sz="quarter" idx="12"/>
          </p:nvPr>
        </p:nvSpPr>
        <p:spPr/>
        <p:txBody>
          <a:bodyPr/>
          <a:lstStyle/>
          <a:p>
            <a:fld id="{5ACA52AF-F19D-405C-AD5F-7D94B96A5CC3}" type="slidenum">
              <a:rPr lang="de-CH" noProof="0" smtClean="0">
                <a:latin typeface="Optima" panose="02000503060000020004" pitchFamily="2" charset="0"/>
              </a:rPr>
              <a:t>1</a:t>
            </a:fld>
            <a:endParaRPr lang="de-CH" noProof="0">
              <a:latin typeface="Optima" panose="02000503060000020004" pitchFamily="2" charset="0"/>
            </a:endParaRPr>
          </a:p>
        </p:txBody>
      </p:sp>
      <p:sp>
        <p:nvSpPr>
          <p:cNvPr id="8" name="TextBox 7">
            <a:extLst>
              <a:ext uri="{FF2B5EF4-FFF2-40B4-BE49-F238E27FC236}">
                <a16:creationId xmlns:a16="http://schemas.microsoft.com/office/drawing/2014/main" id="{94470BEA-5F33-51DC-949B-72E1599ABD1B}"/>
              </a:ext>
            </a:extLst>
          </p:cNvPr>
          <p:cNvSpPr txBox="1"/>
          <p:nvPr/>
        </p:nvSpPr>
        <p:spPr>
          <a:xfrm>
            <a:off x="731837" y="1300123"/>
            <a:ext cx="4776334" cy="3877985"/>
          </a:xfrm>
          <a:prstGeom prst="rect">
            <a:avLst/>
          </a:prstGeom>
          <a:noFill/>
        </p:spPr>
        <p:txBody>
          <a:bodyPr wrap="square" lIns="91440" tIns="45720" rIns="91440" bIns="45720" anchor="t">
            <a:spAutoFit/>
          </a:bodyPr>
          <a:lstStyle/>
          <a:p>
            <a:pPr algn="just"/>
            <a:r>
              <a:rPr lang="en-US" b="1">
                <a:solidFill>
                  <a:srgbClr val="293549"/>
                </a:solidFill>
                <a:latin typeface="Optima"/>
              </a:rPr>
              <a:t>Challenge</a:t>
            </a:r>
            <a:r>
              <a:rPr lang="en-US">
                <a:solidFill>
                  <a:srgbClr val="293549"/>
                </a:solidFill>
                <a:latin typeface="Optima"/>
              </a:rPr>
              <a:t>: </a:t>
            </a:r>
          </a:p>
          <a:p>
            <a:pPr marL="285750" indent="-285750" algn="just">
              <a:buFont typeface="Arial" pitchFamily="2" charset="2"/>
              <a:buChar char="•"/>
            </a:pPr>
            <a:r>
              <a:rPr lang="en-GB" sz="1600">
                <a:solidFill>
                  <a:srgbClr val="293549"/>
                </a:solidFill>
                <a:latin typeface="Optima" panose="02000503060000020004" pitchFamily="2" charset="0"/>
              </a:rPr>
              <a:t>Segregation energies vary across grain-boundary sites</a:t>
            </a:r>
          </a:p>
          <a:p>
            <a:pPr marL="285750" indent="-285750" algn="just">
              <a:buFont typeface="Arial" pitchFamily="2" charset="2"/>
              <a:buChar char="•"/>
            </a:pPr>
            <a:r>
              <a:rPr lang="en-GB" sz="1600">
                <a:solidFill>
                  <a:srgbClr val="293549"/>
                </a:solidFill>
                <a:latin typeface="Optima"/>
              </a:rPr>
              <a:t>Al</a:t>
            </a:r>
            <a:r>
              <a:rPr lang="zh-CN" altLang="en-US" sz="1600">
                <a:solidFill>
                  <a:srgbClr val="293549"/>
                </a:solidFill>
                <a:latin typeface="Optima"/>
              </a:rPr>
              <a:t> </a:t>
            </a:r>
            <a:r>
              <a:rPr lang="en-GB" sz="1600">
                <a:solidFill>
                  <a:srgbClr val="293549"/>
                </a:solidFill>
                <a:latin typeface="Optima"/>
              </a:rPr>
              <a:t>polycrystal can contain about 10</a:t>
            </a:r>
            <a:r>
              <a:rPr lang="en-GB" sz="1600" baseline="30000">
                <a:solidFill>
                  <a:srgbClr val="293549"/>
                </a:solidFill>
                <a:latin typeface="Optima"/>
              </a:rPr>
              <a:t>6</a:t>
            </a:r>
            <a:r>
              <a:rPr lang="en-GB" sz="1600">
                <a:solidFill>
                  <a:srgbClr val="293549"/>
                </a:solidFill>
                <a:latin typeface="Optima"/>
              </a:rPr>
              <a:t> grain boundary sites </a:t>
            </a:r>
          </a:p>
          <a:p>
            <a:pPr marL="285750" indent="-285750" algn="just">
              <a:buFont typeface="Arial" pitchFamily="2" charset="2"/>
              <a:buChar char="•"/>
            </a:pPr>
            <a:r>
              <a:rPr lang="en-GB" sz="1600">
                <a:solidFill>
                  <a:srgbClr val="293549"/>
                </a:solidFill>
                <a:latin typeface="Optima" panose="02000503060000020004" pitchFamily="2" charset="0"/>
              </a:rPr>
              <a:t>Direct atomistic calculation of all GB sites is too expensive</a:t>
            </a:r>
          </a:p>
          <a:p>
            <a:pPr algn="just"/>
            <a:endParaRPr sz="1600">
              <a:solidFill>
                <a:srgbClr val="293549"/>
              </a:solidFill>
              <a:latin typeface="Optima" panose="02000503060000020004" pitchFamily="2" charset="0"/>
            </a:endParaRPr>
          </a:p>
          <a:p>
            <a:pPr algn="just"/>
            <a:r>
              <a:rPr lang="en-US" b="1">
                <a:solidFill>
                  <a:srgbClr val="293549"/>
                </a:solidFill>
                <a:latin typeface="Optima" panose="02000503060000020004" pitchFamily="2" charset="0"/>
              </a:rPr>
              <a:t>Core idea</a:t>
            </a:r>
            <a:r>
              <a:rPr lang="en-US">
                <a:solidFill>
                  <a:srgbClr val="293549"/>
                </a:solidFill>
                <a:latin typeface="Optima" panose="02000503060000020004" pitchFamily="2" charset="0"/>
              </a:rPr>
              <a:t>: </a:t>
            </a:r>
          </a:p>
          <a:p>
            <a:pPr marL="285750" indent="-285750" algn="just">
              <a:buFont typeface="Arial" pitchFamily="2" charset="2"/>
              <a:buChar char="•"/>
            </a:pPr>
            <a:r>
              <a:rPr lang="en-US" sz="1600">
                <a:solidFill>
                  <a:srgbClr val="293549"/>
                </a:solidFill>
                <a:latin typeface="Optima"/>
              </a:rPr>
              <a:t>Predict segregation energy from undecorated local atomic environment with machine learning.</a:t>
            </a:r>
          </a:p>
          <a:p>
            <a:pPr algn="just"/>
            <a:endParaRPr sz="1600">
              <a:solidFill>
                <a:srgbClr val="293549"/>
              </a:solidFill>
              <a:latin typeface="Optima" panose="02000503060000020004" pitchFamily="2" charset="0"/>
            </a:endParaRPr>
          </a:p>
          <a:p>
            <a:pPr algn="just"/>
            <a:r>
              <a:rPr lang="en-US" b="1">
                <a:solidFill>
                  <a:srgbClr val="293549"/>
                </a:solidFill>
                <a:latin typeface="Optima" panose="02000503060000020004" pitchFamily="2" charset="0"/>
              </a:rPr>
              <a:t>Main outcome: </a:t>
            </a:r>
          </a:p>
          <a:p>
            <a:pPr marL="285750" indent="-285750" algn="just">
              <a:buFont typeface="Arial" pitchFamily="2" charset="2"/>
              <a:buChar char="•"/>
            </a:pPr>
            <a:r>
              <a:rPr lang="en-US" sz="1600">
                <a:solidFill>
                  <a:srgbClr val="293549"/>
                </a:solidFill>
                <a:latin typeface="Optima"/>
              </a:rPr>
              <a:t>ML </a:t>
            </a:r>
            <a:r>
              <a:rPr sz="1600">
                <a:solidFill>
                  <a:srgbClr val="293549"/>
                </a:solidFill>
                <a:latin typeface="Optima"/>
              </a:rPr>
              <a:t>framework </a:t>
            </a:r>
            <a:r>
              <a:rPr lang="en-US" sz="1600">
                <a:solidFill>
                  <a:srgbClr val="293549"/>
                </a:solidFill>
                <a:latin typeface="Optima"/>
              </a:rPr>
              <a:t>for segregation energy spectra</a:t>
            </a:r>
          </a:p>
          <a:p>
            <a:pPr marL="285750" indent="-285750" algn="just">
              <a:buFont typeface="Arial" pitchFamily="2" charset="2"/>
              <a:buChar char="•"/>
            </a:pPr>
            <a:r>
              <a:rPr lang="en-US" sz="1600">
                <a:solidFill>
                  <a:srgbClr val="293549"/>
                </a:solidFill>
                <a:latin typeface="Optima"/>
              </a:rPr>
              <a:t>D</a:t>
            </a:r>
            <a:r>
              <a:rPr sz="1600">
                <a:solidFill>
                  <a:srgbClr val="293549"/>
                </a:solidFill>
                <a:latin typeface="Optima"/>
              </a:rPr>
              <a:t>atabase </a:t>
            </a:r>
            <a:r>
              <a:rPr lang="en-US" sz="1600">
                <a:solidFill>
                  <a:srgbClr val="293549"/>
                </a:solidFill>
                <a:latin typeface="Optima"/>
              </a:rPr>
              <a:t>for 259 binary alloys</a:t>
            </a:r>
            <a:endParaRPr lang="en-CN" sz="1600">
              <a:solidFill>
                <a:srgbClr val="293549"/>
              </a:solidFill>
              <a:latin typeface="Optima"/>
            </a:endParaRPr>
          </a:p>
        </p:txBody>
      </p:sp>
      <p:pic>
        <p:nvPicPr>
          <p:cNvPr id="9" name="Picture 8" descr="paper_page1.png">
            <a:extLst>
              <a:ext uri="{FF2B5EF4-FFF2-40B4-BE49-F238E27FC236}">
                <a16:creationId xmlns:a16="http://schemas.microsoft.com/office/drawing/2014/main" id="{3FA11C05-FA33-4602-1204-317CF9AC608C}"/>
              </a:ext>
            </a:extLst>
          </p:cNvPr>
          <p:cNvPicPr>
            <a:picLocks noChangeAspect="1"/>
          </p:cNvPicPr>
          <p:nvPr/>
        </p:nvPicPr>
        <p:blipFill>
          <a:blip r:embed="rId3"/>
          <a:srcRect l="4565" t="2563" r="4972" b="39790"/>
          <a:stretch>
            <a:fillRect/>
          </a:stretch>
        </p:blipFill>
        <p:spPr>
          <a:xfrm>
            <a:off x="5860986" y="971550"/>
            <a:ext cx="5599176" cy="4689021"/>
          </a:xfrm>
          <a:prstGeom prst="rect">
            <a:avLst/>
          </a:prstGeom>
        </p:spPr>
      </p:pic>
    </p:spTree>
    <p:extLst>
      <p:ext uri="{BB962C8B-B14F-4D97-AF65-F5344CB8AC3E}">
        <p14:creationId xmlns:p14="http://schemas.microsoft.com/office/powerpoint/2010/main" val="177711269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FF31ECF-EF04-4AAA-9A8E-583E3D217F33}"/>
              </a:ext>
            </a:extLst>
          </p:cNvPr>
          <p:cNvSpPr>
            <a:spLocks noGrp="1"/>
          </p:cNvSpPr>
          <p:nvPr>
            <p:ph type="title"/>
          </p:nvPr>
        </p:nvSpPr>
        <p:spPr/>
        <p:txBody>
          <a:bodyPr/>
          <a:lstStyle/>
          <a:p>
            <a:r>
              <a:rPr lang="en-GB" sz="2800" b="1">
                <a:solidFill>
                  <a:srgbClr val="293549"/>
                </a:solidFill>
                <a:latin typeface="Optima" panose="02000503060000020004" pitchFamily="2" charset="0"/>
              </a:rPr>
              <a:t>2. Main Method Used in the Paper</a:t>
            </a:r>
          </a:p>
        </p:txBody>
      </p:sp>
      <p:sp>
        <p:nvSpPr>
          <p:cNvPr id="4" name="Datumsplatzhalter 3">
            <a:extLst>
              <a:ext uri="{FF2B5EF4-FFF2-40B4-BE49-F238E27FC236}">
                <a16:creationId xmlns:a16="http://schemas.microsoft.com/office/drawing/2014/main" id="{44DAA5A3-8CEF-4027-9289-B60138CD16A2}"/>
              </a:ext>
            </a:extLst>
          </p:cNvPr>
          <p:cNvSpPr>
            <a:spLocks noGrp="1"/>
          </p:cNvSpPr>
          <p:nvPr>
            <p:ph type="dt" sz="half" idx="10"/>
          </p:nvPr>
        </p:nvSpPr>
        <p:spPr/>
        <p:txBody>
          <a:bodyPr/>
          <a:lstStyle/>
          <a:p>
            <a:fld id="{F80E4261-D1AB-9C4E-B347-3000CE2070D0}" type="datetime1">
              <a:rPr lang="en-US" noProof="0" smtClean="0">
                <a:latin typeface="Optima" panose="02000503060000020004" pitchFamily="2" charset="0"/>
              </a:rPr>
              <a:t>3/30/26</a:t>
            </a:fld>
            <a:endParaRPr lang="de-CH" noProof="0">
              <a:latin typeface="Optima" panose="02000503060000020004" pitchFamily="2" charset="0"/>
            </a:endParaRPr>
          </a:p>
        </p:txBody>
      </p:sp>
      <p:sp>
        <p:nvSpPr>
          <p:cNvPr id="6" name="Foliennummernplatzhalter 5">
            <a:extLst>
              <a:ext uri="{FF2B5EF4-FFF2-40B4-BE49-F238E27FC236}">
                <a16:creationId xmlns:a16="http://schemas.microsoft.com/office/drawing/2014/main" id="{5C9B1E27-9E06-4598-A6EF-3BCBC8D0152F}"/>
              </a:ext>
            </a:extLst>
          </p:cNvPr>
          <p:cNvSpPr>
            <a:spLocks noGrp="1"/>
          </p:cNvSpPr>
          <p:nvPr>
            <p:ph type="sldNum" sz="quarter" idx="12"/>
          </p:nvPr>
        </p:nvSpPr>
        <p:spPr/>
        <p:txBody>
          <a:bodyPr/>
          <a:lstStyle/>
          <a:p>
            <a:fld id="{5ACA52AF-F19D-405C-AD5F-7D94B96A5CC3}" type="slidenum">
              <a:rPr lang="de-CH" noProof="0" smtClean="0">
                <a:latin typeface="Optima" panose="02000503060000020004" pitchFamily="2" charset="0"/>
              </a:rPr>
              <a:t>2</a:t>
            </a:fld>
            <a:endParaRPr lang="de-CH" noProof="0">
              <a:latin typeface="Optima" panose="02000503060000020004" pitchFamily="2" charset="0"/>
            </a:endParaRPr>
          </a:p>
        </p:txBody>
      </p:sp>
      <p:grpSp>
        <p:nvGrpSpPr>
          <p:cNvPr id="18" name="Group 17">
            <a:extLst>
              <a:ext uri="{FF2B5EF4-FFF2-40B4-BE49-F238E27FC236}">
                <a16:creationId xmlns:a16="http://schemas.microsoft.com/office/drawing/2014/main" id="{5387BB02-B307-0012-3FB1-B33959C87553}"/>
              </a:ext>
            </a:extLst>
          </p:cNvPr>
          <p:cNvGrpSpPr/>
          <p:nvPr/>
        </p:nvGrpSpPr>
        <p:grpSpPr>
          <a:xfrm>
            <a:off x="5365885" y="803329"/>
            <a:ext cx="5107807" cy="2774681"/>
            <a:chOff x="5365885" y="803329"/>
            <a:chExt cx="5107807" cy="2774681"/>
          </a:xfrm>
        </p:grpSpPr>
        <p:pic>
          <p:nvPicPr>
            <p:cNvPr id="11" name="Picture 10">
              <a:extLst>
                <a:ext uri="{FF2B5EF4-FFF2-40B4-BE49-F238E27FC236}">
                  <a16:creationId xmlns:a16="http://schemas.microsoft.com/office/drawing/2014/main" id="{03779DE3-A00C-51F6-91A3-3D0C44390B19}"/>
                </a:ext>
              </a:extLst>
            </p:cNvPr>
            <p:cNvPicPr>
              <a:picLocks noChangeAspect="1"/>
            </p:cNvPicPr>
            <p:nvPr/>
          </p:nvPicPr>
          <p:blipFill>
            <a:blip r:embed="rId3"/>
            <a:srcRect l="1" r="951" b="20157"/>
            <a:stretch>
              <a:fillRect/>
            </a:stretch>
          </p:blipFill>
          <p:spPr>
            <a:xfrm>
              <a:off x="5365885" y="803329"/>
              <a:ext cx="5107807" cy="2265218"/>
            </a:xfrm>
            <a:prstGeom prst="rect">
              <a:avLst/>
            </a:prstGeom>
          </p:spPr>
        </p:pic>
        <p:sp>
          <p:nvSpPr>
            <p:cNvPr id="5" name="TextBox 4">
              <a:extLst>
                <a:ext uri="{FF2B5EF4-FFF2-40B4-BE49-F238E27FC236}">
                  <a16:creationId xmlns:a16="http://schemas.microsoft.com/office/drawing/2014/main" id="{EE5D3036-5DD3-8A79-20A3-41474750B251}"/>
                </a:ext>
              </a:extLst>
            </p:cNvPr>
            <p:cNvSpPr txBox="1"/>
            <p:nvPr/>
          </p:nvSpPr>
          <p:spPr>
            <a:xfrm>
              <a:off x="6227128" y="3116345"/>
              <a:ext cx="4103415" cy="461665"/>
            </a:xfrm>
            <a:prstGeom prst="rect">
              <a:avLst/>
            </a:prstGeom>
            <a:noFill/>
          </p:spPr>
          <p:txBody>
            <a:bodyPr wrap="square" rtlCol="0">
              <a:spAutoFit/>
            </a:bodyPr>
            <a:lstStyle/>
            <a:p>
              <a:r>
                <a:rPr lang="en-CN" sz="1200" i="1">
                  <a:latin typeface="Optima" panose="02000503060000020004" pitchFamily="2" charset="0"/>
                </a:rPr>
                <a:t>Figure 1: </a:t>
              </a:r>
              <a:r>
                <a:rPr lang="en-US" sz="1200" i="1">
                  <a:latin typeface="Optima" panose="02000503060000020004" pitchFamily="2" charset="0"/>
                </a:rPr>
                <a:t>High-fidelity ML model to learn Mg solute 36 segregation at GBs in an Al polycrystal.</a:t>
              </a:r>
            </a:p>
          </p:txBody>
        </p:sp>
      </p:grpSp>
      <p:grpSp>
        <p:nvGrpSpPr>
          <p:cNvPr id="15" name="Group 14">
            <a:extLst>
              <a:ext uri="{FF2B5EF4-FFF2-40B4-BE49-F238E27FC236}">
                <a16:creationId xmlns:a16="http://schemas.microsoft.com/office/drawing/2014/main" id="{A41E967A-D143-943B-20B4-5B8D0FDB6573}"/>
              </a:ext>
            </a:extLst>
          </p:cNvPr>
          <p:cNvGrpSpPr/>
          <p:nvPr/>
        </p:nvGrpSpPr>
        <p:grpSpPr>
          <a:xfrm>
            <a:off x="773384" y="803329"/>
            <a:ext cx="3961902" cy="2625671"/>
            <a:chOff x="773384" y="919363"/>
            <a:chExt cx="3961902" cy="2625671"/>
          </a:xfrm>
        </p:grpSpPr>
        <p:sp>
          <p:nvSpPr>
            <p:cNvPr id="10" name="TextBox 9">
              <a:extLst>
                <a:ext uri="{FF2B5EF4-FFF2-40B4-BE49-F238E27FC236}">
                  <a16:creationId xmlns:a16="http://schemas.microsoft.com/office/drawing/2014/main" id="{E8F1F945-2479-F653-ABA8-FCF06B4689AE}"/>
                </a:ext>
              </a:extLst>
            </p:cNvPr>
            <p:cNvSpPr txBox="1"/>
            <p:nvPr/>
          </p:nvSpPr>
          <p:spPr>
            <a:xfrm>
              <a:off x="893127" y="1040486"/>
              <a:ext cx="3842159" cy="2431435"/>
            </a:xfrm>
            <a:prstGeom prst="rect">
              <a:avLst/>
            </a:prstGeom>
            <a:noFill/>
          </p:spPr>
          <p:txBody>
            <a:bodyPr wrap="square">
              <a:spAutoFit/>
            </a:bodyPr>
            <a:lstStyle/>
            <a:p>
              <a:pPr algn="just"/>
              <a:r>
                <a:rPr lang="en-GB" b="1">
                  <a:solidFill>
                    <a:srgbClr val="293549"/>
                  </a:solidFill>
                  <a:latin typeface="Optima" panose="02000503060000020004" pitchFamily="2" charset="0"/>
                </a:rPr>
                <a:t>Workflow:</a:t>
              </a:r>
            </a:p>
            <a:p>
              <a:pPr marL="342900" indent="-342900" algn="just">
                <a:buFont typeface="+mj-lt"/>
                <a:buAutoNum type="arabicParenR"/>
              </a:pPr>
              <a:r>
                <a:rPr lang="en-GB" sz="1600">
                  <a:solidFill>
                    <a:srgbClr val="293549"/>
                  </a:solidFill>
                  <a:latin typeface="Optima" panose="02000503060000020004" pitchFamily="2" charset="0"/>
                </a:rPr>
                <a:t>Build and relax a polycrystal</a:t>
              </a:r>
            </a:p>
            <a:p>
              <a:pPr marL="342900" indent="-342900" algn="just">
                <a:buFont typeface="+mj-lt"/>
                <a:buAutoNum type="arabicParenR"/>
              </a:pPr>
              <a:r>
                <a:rPr lang="en-GB" sz="1600">
                  <a:solidFill>
                    <a:srgbClr val="293549"/>
                  </a:solidFill>
                  <a:latin typeface="Optima" panose="02000503060000020004" pitchFamily="2" charset="0"/>
                </a:rPr>
                <a:t>Compute segregation energies for selected sites</a:t>
              </a:r>
            </a:p>
            <a:p>
              <a:pPr marL="342900" indent="-342900" algn="just">
                <a:buFont typeface="+mj-lt"/>
                <a:buAutoNum type="arabicParenR"/>
              </a:pPr>
              <a:r>
                <a:rPr lang="en-GB" sz="1600">
                  <a:solidFill>
                    <a:srgbClr val="293549"/>
                  </a:solidFill>
                  <a:latin typeface="Optima" panose="02000503060000020004" pitchFamily="2" charset="0"/>
                </a:rPr>
                <a:t>Encode each site with SOAP descriptors</a:t>
              </a:r>
            </a:p>
            <a:p>
              <a:pPr marL="342900" indent="-342900" algn="just">
                <a:buFont typeface="+mj-lt"/>
                <a:buAutoNum type="arabicParenR"/>
              </a:pPr>
              <a:r>
                <a:rPr lang="en-GB" sz="1600">
                  <a:solidFill>
                    <a:srgbClr val="293549"/>
                  </a:solidFill>
                  <a:latin typeface="Optima" panose="02000503060000020004" pitchFamily="2" charset="0"/>
                </a:rPr>
                <a:t>Train a linear regression model</a:t>
              </a:r>
            </a:p>
            <a:p>
              <a:pPr marL="342900" indent="-342900" algn="just">
                <a:buFont typeface="+mj-lt"/>
                <a:buAutoNum type="arabicParenR"/>
              </a:pPr>
              <a:endParaRPr lang="en-GB" sz="800">
                <a:solidFill>
                  <a:srgbClr val="293549"/>
                </a:solidFill>
                <a:latin typeface="Optima" panose="02000503060000020004" pitchFamily="2" charset="0"/>
              </a:endParaRPr>
            </a:p>
            <a:p>
              <a:pPr algn="just"/>
              <a:r>
                <a:rPr lang="en-GB" sz="1400">
                  <a:solidFill>
                    <a:srgbClr val="293549"/>
                  </a:solidFill>
                  <a:latin typeface="Optima" panose="02000503060000020004" pitchFamily="2" charset="0"/>
                </a:rPr>
                <a:t>SOAP: fingerprint of the local atomic environment</a:t>
              </a:r>
            </a:p>
          </p:txBody>
        </p:sp>
        <p:sp>
          <p:nvSpPr>
            <p:cNvPr id="7" name="Rounded Rectangle 6">
              <a:extLst>
                <a:ext uri="{FF2B5EF4-FFF2-40B4-BE49-F238E27FC236}">
                  <a16:creationId xmlns:a16="http://schemas.microsoft.com/office/drawing/2014/main" id="{AAC6406A-404F-897A-AEC0-758A1F5961F1}"/>
                </a:ext>
              </a:extLst>
            </p:cNvPr>
            <p:cNvSpPr/>
            <p:nvPr/>
          </p:nvSpPr>
          <p:spPr>
            <a:xfrm>
              <a:off x="773384" y="919363"/>
              <a:ext cx="3961902" cy="2625671"/>
            </a:xfrm>
            <a:prstGeom prst="roundRect">
              <a:avLst/>
            </a:prstGeom>
            <a:noFill/>
            <a:ln>
              <a:solidFill>
                <a:schemeClr val="accent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N">
                <a:latin typeface="Optima" panose="02000503060000020004" pitchFamily="2" charset="0"/>
              </a:endParaRPr>
            </a:p>
          </p:txBody>
        </p:sp>
      </p:grpSp>
      <p:grpSp>
        <p:nvGrpSpPr>
          <p:cNvPr id="14" name="Group 13">
            <a:extLst>
              <a:ext uri="{FF2B5EF4-FFF2-40B4-BE49-F238E27FC236}">
                <a16:creationId xmlns:a16="http://schemas.microsoft.com/office/drawing/2014/main" id="{D575F022-EC71-7A59-C7C0-EFF06B0D57EB}"/>
              </a:ext>
            </a:extLst>
          </p:cNvPr>
          <p:cNvGrpSpPr/>
          <p:nvPr/>
        </p:nvGrpSpPr>
        <p:grpSpPr>
          <a:xfrm>
            <a:off x="773384" y="3823067"/>
            <a:ext cx="3961902" cy="2110481"/>
            <a:chOff x="773384" y="3763817"/>
            <a:chExt cx="3961902" cy="2110481"/>
          </a:xfrm>
        </p:grpSpPr>
        <p:sp>
          <p:nvSpPr>
            <p:cNvPr id="9" name="TextBox 8">
              <a:extLst>
                <a:ext uri="{FF2B5EF4-FFF2-40B4-BE49-F238E27FC236}">
                  <a16:creationId xmlns:a16="http://schemas.microsoft.com/office/drawing/2014/main" id="{7EC226D8-7734-90B9-1DF7-F3A926784881}"/>
                </a:ext>
              </a:extLst>
            </p:cNvPr>
            <p:cNvSpPr txBox="1"/>
            <p:nvPr/>
          </p:nvSpPr>
          <p:spPr>
            <a:xfrm>
              <a:off x="848812" y="3918857"/>
              <a:ext cx="3886474" cy="1600438"/>
            </a:xfrm>
            <a:prstGeom prst="rect">
              <a:avLst/>
            </a:prstGeom>
            <a:noFill/>
          </p:spPr>
          <p:txBody>
            <a:bodyPr wrap="square" lIns="91440" tIns="45720" rIns="91440" bIns="45720" anchor="t">
              <a:spAutoFit/>
            </a:bodyPr>
            <a:lstStyle/>
            <a:p>
              <a:pPr algn="just"/>
              <a:r>
                <a:rPr lang="en-GB" b="1">
                  <a:solidFill>
                    <a:srgbClr val="293549"/>
                  </a:solidFill>
                  <a:latin typeface="Optima" panose="02000503060000020004" pitchFamily="2" charset="0"/>
                </a:rPr>
                <a:t>Accelerated model:</a:t>
              </a:r>
              <a:endParaRPr lang="en-US">
                <a:cs typeface="Arial"/>
              </a:endParaRPr>
            </a:p>
            <a:p>
              <a:pPr marL="285750" indent="-285750" algn="just">
                <a:buFont typeface="Arial"/>
                <a:buChar char="•"/>
              </a:pPr>
              <a:r>
                <a:rPr lang="en-GB" sz="1600">
                  <a:solidFill>
                    <a:srgbClr val="293549"/>
                  </a:solidFill>
                  <a:latin typeface="Optima"/>
                </a:rPr>
                <a:t>Principal component analysis (PCA): 1015 SOAP features → 10 components</a:t>
              </a:r>
            </a:p>
            <a:p>
              <a:pPr marL="285750" indent="-285750" algn="just">
                <a:buFont typeface="Arial"/>
                <a:buChar char="•"/>
              </a:pPr>
              <a:r>
                <a:rPr lang="en-GB" sz="1600">
                  <a:solidFill>
                    <a:srgbClr val="293549"/>
                  </a:solidFill>
                  <a:latin typeface="Optima"/>
                </a:rPr>
                <a:t>k-means clustering: select 100 representative training sites</a:t>
              </a:r>
            </a:p>
            <a:p>
              <a:pPr marL="285750" indent="-285750" algn="just">
                <a:buFont typeface="Arial"/>
                <a:buChar char="•"/>
              </a:pPr>
              <a:r>
                <a:rPr lang="en-GB" sz="1600">
                  <a:solidFill>
                    <a:srgbClr val="293549"/>
                  </a:solidFill>
                  <a:latin typeface="Optima" panose="02000503060000020004" pitchFamily="2" charset="0"/>
                </a:rPr>
                <a:t>Al(Mg): MAE ≈ 4.2 kJ/mol</a:t>
              </a:r>
              <a:endParaRPr lang="en-GB">
                <a:solidFill>
                  <a:srgbClr val="293549"/>
                </a:solidFill>
                <a:latin typeface="Optima" panose="02000503060000020004" pitchFamily="2" charset="0"/>
              </a:endParaRPr>
            </a:p>
          </p:txBody>
        </p:sp>
        <p:sp>
          <p:nvSpPr>
            <p:cNvPr id="13" name="Rounded Rectangle 12">
              <a:extLst>
                <a:ext uri="{FF2B5EF4-FFF2-40B4-BE49-F238E27FC236}">
                  <a16:creationId xmlns:a16="http://schemas.microsoft.com/office/drawing/2014/main" id="{B4AD3F5C-2835-6DD1-A6BA-672C24D36311}"/>
                </a:ext>
              </a:extLst>
            </p:cNvPr>
            <p:cNvSpPr/>
            <p:nvPr/>
          </p:nvSpPr>
          <p:spPr>
            <a:xfrm>
              <a:off x="773384" y="3763817"/>
              <a:ext cx="3961902" cy="2110481"/>
            </a:xfrm>
            <a:prstGeom prst="roundRect">
              <a:avLst/>
            </a:prstGeom>
            <a:noFill/>
            <a:ln>
              <a:solidFill>
                <a:schemeClr val="accent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N">
                <a:latin typeface="Optima" panose="02000503060000020004" pitchFamily="2" charset="0"/>
              </a:endParaRPr>
            </a:p>
          </p:txBody>
        </p:sp>
      </p:grpSp>
      <p:grpSp>
        <p:nvGrpSpPr>
          <p:cNvPr id="17" name="Group 16">
            <a:extLst>
              <a:ext uri="{FF2B5EF4-FFF2-40B4-BE49-F238E27FC236}">
                <a16:creationId xmlns:a16="http://schemas.microsoft.com/office/drawing/2014/main" id="{E506BCBB-49EC-29C7-589A-5445F146B778}"/>
              </a:ext>
            </a:extLst>
          </p:cNvPr>
          <p:cNvGrpSpPr/>
          <p:nvPr/>
        </p:nvGrpSpPr>
        <p:grpSpPr>
          <a:xfrm>
            <a:off x="5365885" y="3858759"/>
            <a:ext cx="5215029" cy="2679167"/>
            <a:chOff x="5365885" y="3858759"/>
            <a:chExt cx="5215029" cy="2679167"/>
          </a:xfrm>
        </p:grpSpPr>
        <p:pic>
          <p:nvPicPr>
            <p:cNvPr id="12" name="Picture 11">
              <a:extLst>
                <a:ext uri="{FF2B5EF4-FFF2-40B4-BE49-F238E27FC236}">
                  <a16:creationId xmlns:a16="http://schemas.microsoft.com/office/drawing/2014/main" id="{857C54F6-D436-573D-E4F3-D305D2B1A311}"/>
                </a:ext>
              </a:extLst>
            </p:cNvPr>
            <p:cNvPicPr>
              <a:picLocks noChangeAspect="1"/>
            </p:cNvPicPr>
            <p:nvPr/>
          </p:nvPicPr>
          <p:blipFill>
            <a:blip r:embed="rId4"/>
            <a:srcRect r="-804" b="18895"/>
            <a:stretch>
              <a:fillRect/>
            </a:stretch>
          </p:blipFill>
          <p:spPr>
            <a:xfrm>
              <a:off x="5365885" y="3858759"/>
              <a:ext cx="5215029" cy="2421244"/>
            </a:xfrm>
            <a:prstGeom prst="rect">
              <a:avLst/>
            </a:prstGeom>
          </p:spPr>
        </p:pic>
        <p:sp>
          <p:nvSpPr>
            <p:cNvPr id="16" name="TextBox 15">
              <a:extLst>
                <a:ext uri="{FF2B5EF4-FFF2-40B4-BE49-F238E27FC236}">
                  <a16:creationId xmlns:a16="http://schemas.microsoft.com/office/drawing/2014/main" id="{4765A5BA-0BAA-6F93-7277-24B40E4ABD4A}"/>
                </a:ext>
              </a:extLst>
            </p:cNvPr>
            <p:cNvSpPr txBox="1"/>
            <p:nvPr/>
          </p:nvSpPr>
          <p:spPr>
            <a:xfrm>
              <a:off x="6393965" y="6260927"/>
              <a:ext cx="3764428" cy="276999"/>
            </a:xfrm>
            <a:prstGeom prst="rect">
              <a:avLst/>
            </a:prstGeom>
            <a:noFill/>
          </p:spPr>
          <p:txBody>
            <a:bodyPr wrap="none" rtlCol="0">
              <a:spAutoFit/>
            </a:bodyPr>
            <a:lstStyle/>
            <a:p>
              <a:r>
                <a:rPr lang="en-CN" sz="1200" i="1">
                  <a:latin typeface="Optima" panose="02000503060000020004" pitchFamily="2" charset="0"/>
                </a:rPr>
                <a:t>Figure 2: </a:t>
              </a:r>
              <a:r>
                <a:rPr lang="en-US" sz="1200" i="1">
                  <a:latin typeface="Optima" panose="02000503060000020004" pitchFamily="2" charset="0"/>
                </a:rPr>
                <a:t>Accelerated ML model for GB segregation. </a:t>
              </a:r>
            </a:p>
          </p:txBody>
        </p:sp>
      </p:grpSp>
    </p:spTree>
    <p:extLst>
      <p:ext uri="{BB962C8B-B14F-4D97-AF65-F5344CB8AC3E}">
        <p14:creationId xmlns:p14="http://schemas.microsoft.com/office/powerpoint/2010/main" val="29430358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647134-B8E2-2496-2E81-DE3AFA6AD307}"/>
              </a:ext>
            </a:extLst>
          </p:cNvPr>
          <p:cNvSpPr>
            <a:spLocks noGrp="1"/>
          </p:cNvSpPr>
          <p:nvPr>
            <p:ph type="title"/>
          </p:nvPr>
        </p:nvSpPr>
        <p:spPr/>
        <p:txBody>
          <a:bodyPr/>
          <a:lstStyle/>
          <a:p>
            <a:r>
              <a:rPr lang="en-GB" sz="2800" b="1">
                <a:solidFill>
                  <a:srgbClr val="293549"/>
                </a:solidFill>
                <a:latin typeface="Optima"/>
              </a:rPr>
              <a:t>3.  Our core idea: Hybrid Monte Carlo Validation</a:t>
            </a:r>
            <a:endParaRPr lang="en-US" sz="2800">
              <a:latin typeface="Optima"/>
            </a:endParaRPr>
          </a:p>
          <a:p>
            <a:endParaRPr lang="en-US">
              <a:latin typeface="Optima" panose="02000503060000020004" pitchFamily="2" charset="0"/>
              <a:cs typeface="Arial"/>
            </a:endParaRPr>
          </a:p>
        </p:txBody>
      </p:sp>
      <p:sp>
        <p:nvSpPr>
          <p:cNvPr id="3" name="Content Placeholder 2">
            <a:extLst>
              <a:ext uri="{FF2B5EF4-FFF2-40B4-BE49-F238E27FC236}">
                <a16:creationId xmlns:a16="http://schemas.microsoft.com/office/drawing/2014/main" id="{B46FB4E5-2209-3E45-42DD-8EEE577B6226}"/>
              </a:ext>
            </a:extLst>
          </p:cNvPr>
          <p:cNvSpPr>
            <a:spLocks noGrp="1"/>
          </p:cNvSpPr>
          <p:nvPr>
            <p:ph idx="1"/>
          </p:nvPr>
        </p:nvSpPr>
        <p:spPr>
          <a:xfrm>
            <a:off x="484702" y="1484955"/>
            <a:ext cx="8004690" cy="2641137"/>
          </a:xfrm>
        </p:spPr>
        <p:txBody>
          <a:bodyPr vert="horz" lIns="0" tIns="0" rIns="0" bIns="0" rtlCol="0" anchor="t">
            <a:noAutofit/>
          </a:bodyPr>
          <a:lstStyle/>
          <a:p>
            <a:pPr>
              <a:spcBef>
                <a:spcPts val="0"/>
              </a:spcBef>
              <a:spcAft>
                <a:spcPts val="600"/>
              </a:spcAft>
              <a:buFont typeface="Arial"/>
              <a:buChar char="•"/>
            </a:pPr>
            <a:endParaRPr lang="en-US">
              <a:latin typeface="Optima" panose="02000503060000020004" pitchFamily="2" charset="0"/>
              <a:cs typeface="Arial"/>
            </a:endParaRPr>
          </a:p>
          <a:p>
            <a:pPr marL="555625" indent="-285750">
              <a:spcBef>
                <a:spcPts val="0"/>
              </a:spcBef>
              <a:spcAft>
                <a:spcPts val="600"/>
              </a:spcAft>
              <a:buFont typeface="Arial"/>
              <a:buChar char="•"/>
            </a:pPr>
            <a:r>
              <a:rPr lang="en-US">
                <a:latin typeface="Optima"/>
                <a:cs typeface="Arial"/>
              </a:rPr>
              <a:t> Each GB site segregates independently</a:t>
            </a:r>
          </a:p>
          <a:p>
            <a:pPr marL="555625" indent="-285750">
              <a:spcBef>
                <a:spcPts val="0"/>
              </a:spcBef>
              <a:spcAft>
                <a:spcPts val="600"/>
              </a:spcAft>
              <a:buFont typeface="Arial"/>
              <a:buChar char="•"/>
            </a:pPr>
            <a:r>
              <a:rPr lang="en-US">
                <a:latin typeface="Optima"/>
                <a:cs typeface="Arial"/>
              </a:rPr>
              <a:t> No solute-solute interaction is considered</a:t>
            </a:r>
          </a:p>
          <a:p>
            <a:pPr marL="555625" indent="-285750">
              <a:spcBef>
                <a:spcPts val="0"/>
              </a:spcBef>
              <a:spcAft>
                <a:spcPts val="600"/>
              </a:spcAft>
              <a:buFont typeface="Arial"/>
              <a:buChar char="•"/>
            </a:pPr>
            <a:r>
              <a:rPr lang="en-US">
                <a:latin typeface="Optima"/>
                <a:cs typeface="Arial"/>
              </a:rPr>
              <a:t> Equilibrium predicted analytically via Fermi-Dirac statistics</a:t>
            </a:r>
          </a:p>
        </p:txBody>
      </p:sp>
      <p:sp>
        <p:nvSpPr>
          <p:cNvPr id="4" name="Date Placeholder 3">
            <a:extLst>
              <a:ext uri="{FF2B5EF4-FFF2-40B4-BE49-F238E27FC236}">
                <a16:creationId xmlns:a16="http://schemas.microsoft.com/office/drawing/2014/main" id="{68FBD4EA-7C8F-9BEA-E6C2-2A1FE0FA1257}"/>
              </a:ext>
            </a:extLst>
          </p:cNvPr>
          <p:cNvSpPr>
            <a:spLocks noGrp="1"/>
          </p:cNvSpPr>
          <p:nvPr>
            <p:ph type="dt" sz="half" idx="10"/>
          </p:nvPr>
        </p:nvSpPr>
        <p:spPr/>
        <p:txBody>
          <a:bodyPr/>
          <a:lstStyle/>
          <a:p>
            <a:fld id="{55A308D9-345B-6A47-860C-8AB758597577}" type="datetime1">
              <a:rPr lang="en-US" noProof="0" smtClean="0">
                <a:latin typeface="Optima" panose="02000503060000020004" pitchFamily="2" charset="0"/>
              </a:rPr>
              <a:t>3/30/26</a:t>
            </a:fld>
            <a:endParaRPr lang="de-CH" noProof="0">
              <a:latin typeface="Optima" panose="02000503060000020004" pitchFamily="2" charset="0"/>
            </a:endParaRPr>
          </a:p>
        </p:txBody>
      </p:sp>
      <p:sp>
        <p:nvSpPr>
          <p:cNvPr id="5" name="Slide Number Placeholder 4">
            <a:extLst>
              <a:ext uri="{FF2B5EF4-FFF2-40B4-BE49-F238E27FC236}">
                <a16:creationId xmlns:a16="http://schemas.microsoft.com/office/drawing/2014/main" id="{F2300862-60E3-2A83-E129-12905AE57FA5}"/>
              </a:ext>
            </a:extLst>
          </p:cNvPr>
          <p:cNvSpPr>
            <a:spLocks noGrp="1"/>
          </p:cNvSpPr>
          <p:nvPr>
            <p:ph type="sldNum" sz="quarter" idx="12"/>
          </p:nvPr>
        </p:nvSpPr>
        <p:spPr/>
        <p:txBody>
          <a:bodyPr/>
          <a:lstStyle/>
          <a:p>
            <a:fld id="{5ACA52AF-F19D-405C-AD5F-7D94B96A5CC3}" type="slidenum">
              <a:rPr lang="de-CH" noProof="0" smtClean="0">
                <a:latin typeface="Optima" panose="02000503060000020004" pitchFamily="2" charset="0"/>
              </a:rPr>
              <a:t>3</a:t>
            </a:fld>
            <a:endParaRPr lang="de-CH" noProof="0">
              <a:latin typeface="Optima" panose="02000503060000020004" pitchFamily="2" charset="0"/>
            </a:endParaRPr>
          </a:p>
        </p:txBody>
      </p:sp>
      <p:sp>
        <p:nvSpPr>
          <p:cNvPr id="6" name="TextBox 5">
            <a:extLst>
              <a:ext uri="{FF2B5EF4-FFF2-40B4-BE49-F238E27FC236}">
                <a16:creationId xmlns:a16="http://schemas.microsoft.com/office/drawing/2014/main" id="{0DE3581F-9B48-0124-73C9-BD926D1C961F}"/>
              </a:ext>
            </a:extLst>
          </p:cNvPr>
          <p:cNvSpPr txBox="1"/>
          <p:nvPr/>
        </p:nvSpPr>
        <p:spPr>
          <a:xfrm>
            <a:off x="731108" y="1158446"/>
            <a:ext cx="6096000"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800" b="1" baseline="0">
                <a:solidFill>
                  <a:schemeClr val="accent1">
                    <a:lumMod val="76000"/>
                  </a:schemeClr>
                </a:solidFill>
                <a:latin typeface="Optima" panose="02000503060000020004" pitchFamily="2" charset="0"/>
              </a:rPr>
              <a:t>Wagih's Key assumption</a:t>
            </a:r>
            <a:endParaRPr lang="en-US" b="1">
              <a:solidFill>
                <a:schemeClr val="accent1">
                  <a:lumMod val="76000"/>
                </a:schemeClr>
              </a:solidFill>
              <a:latin typeface="Optima" panose="02000503060000020004" pitchFamily="2" charset="0"/>
              <a:cs typeface="Arial"/>
            </a:endParaRPr>
          </a:p>
          <a:p>
            <a:pPr algn="ctr"/>
            <a:endParaRPr lang="en-US" b="1">
              <a:solidFill>
                <a:schemeClr val="accent1">
                  <a:lumMod val="76000"/>
                </a:schemeClr>
              </a:solidFill>
              <a:latin typeface="Optima" panose="02000503060000020004" pitchFamily="2" charset="0"/>
              <a:cs typeface="Arial"/>
            </a:endParaRPr>
          </a:p>
        </p:txBody>
      </p:sp>
      <p:sp>
        <p:nvSpPr>
          <p:cNvPr id="7" name="TextBox 6">
            <a:extLst>
              <a:ext uri="{FF2B5EF4-FFF2-40B4-BE49-F238E27FC236}">
                <a16:creationId xmlns:a16="http://schemas.microsoft.com/office/drawing/2014/main" id="{C4A16B21-6B92-1ADB-0A59-0C7E2EDCF54F}"/>
              </a:ext>
            </a:extLst>
          </p:cNvPr>
          <p:cNvSpPr txBox="1"/>
          <p:nvPr/>
        </p:nvSpPr>
        <p:spPr>
          <a:xfrm>
            <a:off x="731108" y="3274540"/>
            <a:ext cx="6096000"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solidFill>
                  <a:schemeClr val="accent5">
                    <a:lumMod val="76000"/>
                  </a:schemeClr>
                </a:solidFill>
                <a:latin typeface="Optima" panose="02000503060000020004" pitchFamily="2" charset="0"/>
              </a:rPr>
              <a:t>Why HMC is the right test</a:t>
            </a:r>
            <a:endParaRPr lang="en-US" b="1">
              <a:solidFill>
                <a:schemeClr val="accent5">
                  <a:lumMod val="76000"/>
                </a:schemeClr>
              </a:solidFill>
              <a:latin typeface="Optima" panose="02000503060000020004" pitchFamily="2" charset="0"/>
              <a:cs typeface="Arial"/>
            </a:endParaRPr>
          </a:p>
          <a:p>
            <a:pPr algn="ctr"/>
            <a:endParaRPr lang="en-US" b="1">
              <a:solidFill>
                <a:schemeClr val="accent5">
                  <a:lumMod val="76000"/>
                </a:schemeClr>
              </a:solidFill>
              <a:latin typeface="Optima" panose="02000503060000020004" pitchFamily="2" charset="0"/>
              <a:cs typeface="Arial"/>
            </a:endParaRPr>
          </a:p>
        </p:txBody>
      </p:sp>
      <p:sp>
        <p:nvSpPr>
          <p:cNvPr id="9" name="Content Placeholder 2">
            <a:extLst>
              <a:ext uri="{FF2B5EF4-FFF2-40B4-BE49-F238E27FC236}">
                <a16:creationId xmlns:a16="http://schemas.microsoft.com/office/drawing/2014/main" id="{148724AB-0CF5-AA03-5FD3-ACBADF901A84}"/>
              </a:ext>
            </a:extLst>
          </p:cNvPr>
          <p:cNvSpPr txBox="1">
            <a:spLocks/>
          </p:cNvSpPr>
          <p:nvPr/>
        </p:nvSpPr>
        <p:spPr>
          <a:xfrm>
            <a:off x="729778" y="3521761"/>
            <a:ext cx="8004690" cy="2641137"/>
          </a:xfrm>
          <a:prstGeom prst="rect">
            <a:avLst/>
          </a:prstGeom>
        </p:spPr>
        <p:txBody>
          <a:bodyPr vert="horz" lIns="0" tIns="0" rIns="0" bIns="0" rtlCol="0" anchor="t">
            <a:noAutofit/>
          </a:bodyPr>
          <a:lstStyle>
            <a:lvl1pPr marL="270000" indent="-270000" algn="l" defTabSz="914400" rtl="0" eaLnBrk="1" latinLnBrk="0" hangingPunct="1">
              <a:lnSpc>
                <a:spcPct val="100000"/>
              </a:lnSpc>
              <a:spcBef>
                <a:spcPts val="1000"/>
              </a:spcBef>
              <a:buFont typeface="Arial" panose="020B0604020202020204" pitchFamily="34" charset="0"/>
              <a:buChar char="•"/>
              <a:defRPr sz="1800" kern="1200">
                <a:solidFill>
                  <a:schemeClr val="tx1"/>
                </a:solidFill>
                <a:latin typeface="+mn-lt"/>
                <a:ea typeface="+mn-ea"/>
                <a:cs typeface="+mn-cs"/>
              </a:defRPr>
            </a:lvl1pPr>
            <a:lvl2pPr marL="538163" indent="-271463" algn="l" defTabSz="914400" rtl="0" eaLnBrk="1" latinLnBrk="0" hangingPunct="1">
              <a:lnSpc>
                <a:spcPct val="100000"/>
              </a:lnSpc>
              <a:spcBef>
                <a:spcPts val="500"/>
              </a:spcBef>
              <a:buFont typeface="Symbol" panose="05050102010706020507" pitchFamily="18" charset="2"/>
              <a:buChar char="-"/>
              <a:defRPr sz="1800" kern="1200">
                <a:solidFill>
                  <a:schemeClr val="tx1"/>
                </a:solidFill>
                <a:latin typeface="+mn-lt"/>
                <a:ea typeface="+mn-ea"/>
                <a:cs typeface="+mn-cs"/>
              </a:defRPr>
            </a:lvl2pPr>
            <a:lvl3pPr marL="810000" indent="-270000" algn="l" defTabSz="914400" rtl="0" eaLnBrk="1" latinLnBrk="0" hangingPunct="1">
              <a:lnSpc>
                <a:spcPct val="100000"/>
              </a:lnSpc>
              <a:spcBef>
                <a:spcPts val="500"/>
              </a:spcBef>
              <a:buFont typeface="Symbol" panose="05050102010706020507" pitchFamily="18" charset="2"/>
              <a:buChar char="-"/>
              <a:defRPr sz="1800" kern="1200">
                <a:solidFill>
                  <a:schemeClr val="tx1"/>
                </a:solidFill>
                <a:latin typeface="+mn-lt"/>
                <a:ea typeface="+mn-ea"/>
                <a:cs typeface="+mn-cs"/>
              </a:defRPr>
            </a:lvl3pPr>
            <a:lvl4pPr marL="1080000" indent="-271463" algn="l" defTabSz="914400" rtl="0" eaLnBrk="1" latinLnBrk="0" hangingPunct="1">
              <a:lnSpc>
                <a:spcPct val="100000"/>
              </a:lnSpc>
              <a:spcBef>
                <a:spcPts val="500"/>
              </a:spcBef>
              <a:buFont typeface="Symbol" panose="05050102010706020507" pitchFamily="18" charset="2"/>
              <a:buChar char="-"/>
              <a:defRPr sz="1800" kern="1200">
                <a:solidFill>
                  <a:schemeClr val="tx1"/>
                </a:solidFill>
                <a:latin typeface="+mn-lt"/>
                <a:ea typeface="+mn-ea"/>
                <a:cs typeface="+mn-cs"/>
              </a:defRPr>
            </a:lvl4pPr>
            <a:lvl5pPr marL="1350000" indent="-270000" algn="l" defTabSz="914400" rtl="0" eaLnBrk="1" latinLnBrk="0" hangingPunct="1">
              <a:lnSpc>
                <a:spcPct val="100000"/>
              </a:lnSpc>
              <a:spcBef>
                <a:spcPts val="500"/>
              </a:spcBef>
              <a:buFont typeface="Symbol" panose="05050102010706020507" pitchFamily="18" charset="2"/>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Arial"/>
              <a:buChar char="•"/>
            </a:pPr>
            <a:endParaRPr lang="en-US">
              <a:latin typeface="Optima" panose="02000503060000020004" pitchFamily="2" charset="0"/>
              <a:cs typeface="Arial"/>
            </a:endParaRPr>
          </a:p>
          <a:p>
            <a:pPr marL="269875" indent="-269875">
              <a:spcBef>
                <a:spcPts val="0"/>
              </a:spcBef>
              <a:spcAft>
                <a:spcPts val="600"/>
              </a:spcAft>
              <a:buFont typeface="Arial"/>
              <a:buChar char="•"/>
            </a:pPr>
            <a:r>
              <a:rPr lang="en-US">
                <a:latin typeface="Optima"/>
                <a:cs typeface="Arial"/>
              </a:rPr>
              <a:t> HMC includes all interactions naturally</a:t>
            </a:r>
          </a:p>
          <a:p>
            <a:pPr marL="269875" indent="-269875">
              <a:spcBef>
                <a:spcPts val="0"/>
              </a:spcBef>
              <a:spcAft>
                <a:spcPts val="600"/>
              </a:spcAft>
              <a:buFont typeface="Arial"/>
              <a:buChar char="•"/>
            </a:pPr>
            <a:r>
              <a:rPr lang="en-US">
                <a:latin typeface="Optima"/>
                <a:cs typeface="Arial"/>
              </a:rPr>
              <a:t> It gives the true atomistic equilibrium</a:t>
            </a:r>
          </a:p>
          <a:p>
            <a:pPr marL="269875" indent="-269875">
              <a:buFont typeface="Arial"/>
              <a:buChar char="•"/>
            </a:pPr>
            <a:endParaRPr lang="en-US">
              <a:latin typeface="Optima" panose="02000503060000020004" pitchFamily="2" charset="0"/>
              <a:cs typeface="Arial"/>
            </a:endParaRPr>
          </a:p>
          <a:p>
            <a:pPr marL="269875" indent="-269875">
              <a:buFont typeface="Arial"/>
              <a:buChar char="•"/>
            </a:pPr>
            <a:r>
              <a:rPr lang="en-US">
                <a:latin typeface="Optima" panose="02000503060000020004" pitchFamily="2" charset="0"/>
                <a:cs typeface="Arial"/>
              </a:rPr>
              <a:t>Agreement  -&gt;  Framework validate</a:t>
            </a:r>
          </a:p>
          <a:p>
            <a:pPr marL="269875" indent="-269875">
              <a:buFont typeface="Arial"/>
              <a:buChar char="•"/>
            </a:pPr>
            <a:r>
              <a:rPr lang="en-US">
                <a:latin typeface="Optima" panose="02000503060000020004" pitchFamily="2" charset="0"/>
                <a:cs typeface="Arial"/>
              </a:rPr>
              <a:t>Deviation    -&gt;  reveals where it breaks</a:t>
            </a:r>
          </a:p>
        </p:txBody>
      </p:sp>
      <p:pic>
        <p:nvPicPr>
          <p:cNvPr id="13" name="Picture 12" descr="A diagram of a diagram&#10;&#10;AI-generated content may be incorrect.">
            <a:extLst>
              <a:ext uri="{FF2B5EF4-FFF2-40B4-BE49-F238E27FC236}">
                <a16:creationId xmlns:a16="http://schemas.microsoft.com/office/drawing/2014/main" id="{4B8964E5-3972-650F-3897-B337BDDED7C5}"/>
              </a:ext>
            </a:extLst>
          </p:cNvPr>
          <p:cNvPicPr>
            <a:picLocks noChangeAspect="1"/>
          </p:cNvPicPr>
          <p:nvPr/>
        </p:nvPicPr>
        <p:blipFill>
          <a:blip r:embed="rId2"/>
          <a:srcRect l="-663" r="2270" b="-180"/>
          <a:stretch>
            <a:fillRect/>
          </a:stretch>
        </p:blipFill>
        <p:spPr>
          <a:xfrm>
            <a:off x="6971635" y="913279"/>
            <a:ext cx="4575737" cy="5242561"/>
          </a:xfrm>
          <a:prstGeom prst="rect">
            <a:avLst/>
          </a:prstGeom>
        </p:spPr>
      </p:pic>
    </p:spTree>
    <p:extLst>
      <p:ext uri="{BB962C8B-B14F-4D97-AF65-F5344CB8AC3E}">
        <p14:creationId xmlns:p14="http://schemas.microsoft.com/office/powerpoint/2010/main" val="190900205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7E801486-A236-4EE6-9EC9-15A5E2D1436D}"/>
              </a:ext>
            </a:extLst>
          </p:cNvPr>
          <p:cNvSpPr>
            <a:spLocks noGrp="1"/>
          </p:cNvSpPr>
          <p:nvPr>
            <p:ph type="dt" sz="half" idx="10"/>
          </p:nvPr>
        </p:nvSpPr>
        <p:spPr/>
        <p:txBody>
          <a:bodyPr/>
          <a:lstStyle/>
          <a:p>
            <a:fld id="{55A308D9-345B-6A47-860C-8AB758597577}" type="datetime1">
              <a:rPr lang="en-US" noProof="0" smtClean="0"/>
              <a:t>3/30/26</a:t>
            </a:fld>
            <a:endParaRPr lang="de-CH" noProof="0"/>
          </a:p>
        </p:txBody>
      </p:sp>
      <p:sp>
        <p:nvSpPr>
          <p:cNvPr id="5" name="Slide Number Placeholder 4">
            <a:extLst>
              <a:ext uri="{FF2B5EF4-FFF2-40B4-BE49-F238E27FC236}">
                <a16:creationId xmlns:a16="http://schemas.microsoft.com/office/drawing/2014/main" id="{F0E306B8-F403-20DB-7EC3-457728767A7F}"/>
              </a:ext>
            </a:extLst>
          </p:cNvPr>
          <p:cNvSpPr>
            <a:spLocks noGrp="1"/>
          </p:cNvSpPr>
          <p:nvPr>
            <p:ph type="sldNum" sz="quarter" idx="12"/>
          </p:nvPr>
        </p:nvSpPr>
        <p:spPr/>
        <p:txBody>
          <a:bodyPr/>
          <a:lstStyle/>
          <a:p>
            <a:fld id="{5ACA52AF-F19D-405C-AD5F-7D94B96A5CC3}" type="slidenum">
              <a:rPr lang="de-CH" noProof="0" smtClean="0"/>
              <a:t>4</a:t>
            </a:fld>
            <a:endParaRPr lang="de-CH" noProof="0"/>
          </a:p>
        </p:txBody>
      </p:sp>
      <p:pic>
        <p:nvPicPr>
          <p:cNvPr id="9" name="Content Placeholder 8">
            <a:extLst>
              <a:ext uri="{FF2B5EF4-FFF2-40B4-BE49-F238E27FC236}">
                <a16:creationId xmlns:a16="http://schemas.microsoft.com/office/drawing/2014/main" id="{975FF390-16A7-6571-8FF4-0F22B53A350B}"/>
              </a:ext>
            </a:extLst>
          </p:cNvPr>
          <p:cNvPicPr>
            <a:picLocks noGrp="1" noChangeAspect="1"/>
          </p:cNvPicPr>
          <p:nvPr>
            <p:ph idx="1"/>
          </p:nvPr>
        </p:nvPicPr>
        <p:blipFill>
          <a:blip r:embed="rId3"/>
          <a:srcRect r="1087"/>
          <a:stretch>
            <a:fillRect/>
          </a:stretch>
        </p:blipFill>
        <p:spPr>
          <a:xfrm>
            <a:off x="6096217" y="1587929"/>
            <a:ext cx="5707641" cy="4268109"/>
          </a:xfrm>
          <a:prstGeom prst="rect">
            <a:avLst/>
          </a:prstGeom>
        </p:spPr>
      </p:pic>
      <p:sp>
        <p:nvSpPr>
          <p:cNvPr id="12" name="Content Placeholder 2">
            <a:extLst>
              <a:ext uri="{FF2B5EF4-FFF2-40B4-BE49-F238E27FC236}">
                <a16:creationId xmlns:a16="http://schemas.microsoft.com/office/drawing/2014/main" id="{69B52369-D470-794B-E9C2-1AB87B748805}"/>
              </a:ext>
            </a:extLst>
          </p:cNvPr>
          <p:cNvSpPr txBox="1">
            <a:spLocks/>
          </p:cNvSpPr>
          <p:nvPr/>
        </p:nvSpPr>
        <p:spPr>
          <a:xfrm>
            <a:off x="484702" y="1515847"/>
            <a:ext cx="5610569" cy="4340191"/>
          </a:xfrm>
          <a:prstGeom prst="rect">
            <a:avLst/>
          </a:prstGeom>
        </p:spPr>
        <p:txBody>
          <a:bodyPr vert="horz" lIns="0" tIns="0" rIns="0" bIns="0" rtlCol="0" anchor="t">
            <a:noAutofit/>
          </a:bodyPr>
          <a:lstStyle>
            <a:lvl1pPr marL="270000" indent="-270000" algn="l" defTabSz="914400" rtl="0" eaLnBrk="1" latinLnBrk="0" hangingPunct="1">
              <a:lnSpc>
                <a:spcPct val="100000"/>
              </a:lnSpc>
              <a:spcBef>
                <a:spcPts val="1000"/>
              </a:spcBef>
              <a:buFont typeface="Arial" panose="020B0604020202020204" pitchFamily="34" charset="0"/>
              <a:buChar char="•"/>
              <a:defRPr sz="1800" kern="1200">
                <a:solidFill>
                  <a:schemeClr val="tx1"/>
                </a:solidFill>
                <a:latin typeface="+mn-lt"/>
                <a:ea typeface="+mn-ea"/>
                <a:cs typeface="+mn-cs"/>
              </a:defRPr>
            </a:lvl1pPr>
            <a:lvl2pPr marL="538163" indent="-271463" algn="l" defTabSz="914400" rtl="0" eaLnBrk="1" latinLnBrk="0" hangingPunct="1">
              <a:lnSpc>
                <a:spcPct val="100000"/>
              </a:lnSpc>
              <a:spcBef>
                <a:spcPts val="500"/>
              </a:spcBef>
              <a:buFont typeface="Symbol" panose="05050102010706020507" pitchFamily="18" charset="2"/>
              <a:buChar char="-"/>
              <a:defRPr sz="1800" kern="1200">
                <a:solidFill>
                  <a:schemeClr val="tx1"/>
                </a:solidFill>
                <a:latin typeface="+mn-lt"/>
                <a:ea typeface="+mn-ea"/>
                <a:cs typeface="+mn-cs"/>
              </a:defRPr>
            </a:lvl2pPr>
            <a:lvl3pPr marL="810000" indent="-270000" algn="l" defTabSz="914400" rtl="0" eaLnBrk="1" latinLnBrk="0" hangingPunct="1">
              <a:lnSpc>
                <a:spcPct val="100000"/>
              </a:lnSpc>
              <a:spcBef>
                <a:spcPts val="500"/>
              </a:spcBef>
              <a:buFont typeface="Symbol" panose="05050102010706020507" pitchFamily="18" charset="2"/>
              <a:buChar char="-"/>
              <a:defRPr sz="1800" kern="1200">
                <a:solidFill>
                  <a:schemeClr val="tx1"/>
                </a:solidFill>
                <a:latin typeface="+mn-lt"/>
                <a:ea typeface="+mn-ea"/>
                <a:cs typeface="+mn-cs"/>
              </a:defRPr>
            </a:lvl3pPr>
            <a:lvl4pPr marL="1080000" indent="-271463" algn="l" defTabSz="914400" rtl="0" eaLnBrk="1" latinLnBrk="0" hangingPunct="1">
              <a:lnSpc>
                <a:spcPct val="100000"/>
              </a:lnSpc>
              <a:spcBef>
                <a:spcPts val="500"/>
              </a:spcBef>
              <a:buFont typeface="Symbol" panose="05050102010706020507" pitchFamily="18" charset="2"/>
              <a:buChar char="-"/>
              <a:defRPr sz="1800" kern="1200">
                <a:solidFill>
                  <a:schemeClr val="tx1"/>
                </a:solidFill>
                <a:latin typeface="+mn-lt"/>
                <a:ea typeface="+mn-ea"/>
                <a:cs typeface="+mn-cs"/>
              </a:defRPr>
            </a:lvl4pPr>
            <a:lvl5pPr marL="1350000" indent="-270000" algn="l" defTabSz="914400" rtl="0" eaLnBrk="1" latinLnBrk="0" hangingPunct="1">
              <a:lnSpc>
                <a:spcPct val="100000"/>
              </a:lnSpc>
              <a:spcBef>
                <a:spcPts val="500"/>
              </a:spcBef>
              <a:buFont typeface="Symbol" panose="05050102010706020507" pitchFamily="18" charset="2"/>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Arial"/>
              <a:buChar char="•"/>
            </a:pPr>
            <a:endParaRPr lang="en-US">
              <a:latin typeface="Optima" panose="02000503060000020004" pitchFamily="2" charset="0"/>
              <a:cs typeface="Arial"/>
            </a:endParaRPr>
          </a:p>
          <a:p>
            <a:pPr marL="269875" indent="-269875">
              <a:spcAft>
                <a:spcPts val="600"/>
              </a:spcAft>
              <a:buFont typeface="Arial"/>
              <a:buChar char="•"/>
            </a:pPr>
            <a:endParaRPr lang="en-US">
              <a:latin typeface="Optima" panose="02000503060000020004" pitchFamily="2" charset="0"/>
              <a:cs typeface="Arial"/>
            </a:endParaRPr>
          </a:p>
          <a:p>
            <a:pPr marL="269875" indent="-269875">
              <a:spcAft>
                <a:spcPts val="600"/>
              </a:spcAft>
              <a:buFont typeface="Arial"/>
              <a:buChar char="•"/>
            </a:pPr>
            <a:r>
              <a:rPr lang="en-US">
                <a:latin typeface="Optima"/>
                <a:cs typeface="Arial"/>
              </a:rPr>
              <a:t>Compare HMC and Wagih at increasing solute concentration</a:t>
            </a:r>
          </a:p>
          <a:p>
            <a:pPr marL="301625" indent="-285750">
              <a:spcAft>
                <a:spcPts val="600"/>
              </a:spcAft>
              <a:buFont typeface="Arial"/>
              <a:buChar char="•"/>
            </a:pPr>
            <a:r>
              <a:rPr lang="en-US">
                <a:latin typeface="Optima"/>
                <a:cs typeface="Arial"/>
              </a:rPr>
              <a:t>Expect agreement at low concentration (dilute limit)</a:t>
            </a:r>
          </a:p>
          <a:p>
            <a:pPr marL="301625" indent="-285750">
              <a:spcAft>
                <a:spcPts val="600"/>
              </a:spcAft>
              <a:buFont typeface="Arial"/>
              <a:buChar char="•"/>
            </a:pPr>
            <a:r>
              <a:rPr lang="en-US">
                <a:latin typeface="Optima"/>
                <a:cs typeface="Arial"/>
              </a:rPr>
              <a:t>Deviation at higher concentration reveals the framework's limit</a:t>
            </a:r>
            <a:endParaRPr lang="en-US">
              <a:latin typeface="Arial"/>
              <a:cs typeface="Arial"/>
            </a:endParaRPr>
          </a:p>
          <a:p>
            <a:pPr marL="301625" indent="-285750">
              <a:spcAft>
                <a:spcPts val="600"/>
              </a:spcAft>
              <a:buFont typeface="Arial"/>
              <a:buChar char="•"/>
            </a:pPr>
            <a:r>
              <a:rPr lang="en-US">
                <a:latin typeface="Optima"/>
                <a:cs typeface="Arial"/>
              </a:rPr>
              <a:t>Analyze the origin: measure solute clustering via </a:t>
            </a:r>
            <a:r>
              <a:rPr lang="en-US" i="1">
                <a:latin typeface="Optima"/>
                <a:cs typeface="Arial"/>
              </a:rPr>
              <a:t>g(r)</a:t>
            </a:r>
          </a:p>
          <a:p>
            <a:pPr marL="301625" indent="-285750">
              <a:spcAft>
                <a:spcPts val="600"/>
              </a:spcAft>
              <a:buFont typeface="Arial"/>
              <a:buChar char="•"/>
            </a:pPr>
            <a:r>
              <a:rPr lang="en-US">
                <a:latin typeface="Optima"/>
                <a:cs typeface="Arial"/>
              </a:rPr>
              <a:t>Test whether site occupation </a:t>
            </a:r>
            <a:r>
              <a:rPr lang="en-US" i="1">
                <a:latin typeface="Optima"/>
                <a:cs typeface="Arial"/>
              </a:rPr>
              <a:t>Pi</a:t>
            </a:r>
            <a:r>
              <a:rPr lang="en-US">
                <a:latin typeface="Optima"/>
                <a:cs typeface="Arial"/>
              </a:rPr>
              <a:t> correlates with local solute density</a:t>
            </a:r>
            <a:br>
              <a:rPr lang="en-US">
                <a:latin typeface="Optima"/>
                <a:cs typeface="Arial"/>
              </a:rPr>
            </a:br>
            <a:endParaRPr lang="en-US">
              <a:latin typeface="Optima"/>
              <a:cs typeface="Arial"/>
            </a:endParaRPr>
          </a:p>
          <a:p>
            <a:pPr algn="just">
              <a:spcBef>
                <a:spcPts val="0"/>
              </a:spcBef>
              <a:buFont typeface="Arial"/>
              <a:buChar char="•"/>
            </a:pPr>
            <a:endParaRPr lang="en-US">
              <a:latin typeface="Optima" panose="02000503060000020004" pitchFamily="2" charset="0"/>
              <a:cs typeface="Arial"/>
            </a:endParaRPr>
          </a:p>
          <a:p>
            <a:pPr marL="269875" indent="-269875">
              <a:buFont typeface="Arial"/>
              <a:buChar char="•"/>
            </a:pPr>
            <a:endParaRPr lang="en-US">
              <a:latin typeface="Optima" panose="02000503060000020004" pitchFamily="2" charset="0"/>
              <a:cs typeface="Arial"/>
            </a:endParaRPr>
          </a:p>
        </p:txBody>
      </p:sp>
      <p:sp>
        <p:nvSpPr>
          <p:cNvPr id="14" name="TextBox 13">
            <a:extLst>
              <a:ext uri="{FF2B5EF4-FFF2-40B4-BE49-F238E27FC236}">
                <a16:creationId xmlns:a16="http://schemas.microsoft.com/office/drawing/2014/main" id="{B8CE1660-3B62-8568-BCFF-FFA423BC4FD8}"/>
              </a:ext>
            </a:extLst>
          </p:cNvPr>
          <p:cNvSpPr txBox="1"/>
          <p:nvPr/>
        </p:nvSpPr>
        <p:spPr>
          <a:xfrm>
            <a:off x="592094" y="1513703"/>
            <a:ext cx="6096000"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solidFill>
                  <a:schemeClr val="accent1">
                    <a:lumMod val="76000"/>
                  </a:schemeClr>
                </a:solidFill>
                <a:latin typeface="Optima"/>
              </a:rPr>
              <a:t>Breakdown of the independent-site assumption</a:t>
            </a:r>
          </a:p>
          <a:p>
            <a:pPr algn="ctr"/>
            <a:endParaRPr lang="en-US" b="1">
              <a:solidFill>
                <a:schemeClr val="accent1">
                  <a:lumMod val="76000"/>
                </a:schemeClr>
              </a:solidFill>
              <a:latin typeface="Optima" panose="02000503060000020004" pitchFamily="2" charset="0"/>
              <a:cs typeface="Arial"/>
            </a:endParaRPr>
          </a:p>
        </p:txBody>
      </p:sp>
      <p:sp>
        <p:nvSpPr>
          <p:cNvPr id="3" name="Titel 1">
            <a:extLst>
              <a:ext uri="{FF2B5EF4-FFF2-40B4-BE49-F238E27FC236}">
                <a16:creationId xmlns:a16="http://schemas.microsoft.com/office/drawing/2014/main" id="{A4A8B2E3-05A4-9969-350C-651BC51B342E}"/>
              </a:ext>
            </a:extLst>
          </p:cNvPr>
          <p:cNvSpPr>
            <a:spLocks noGrp="1"/>
          </p:cNvSpPr>
          <p:nvPr>
            <p:ph type="title"/>
          </p:nvPr>
        </p:nvSpPr>
        <p:spPr>
          <a:xfrm>
            <a:off x="731837" y="260351"/>
            <a:ext cx="10728325" cy="900000"/>
          </a:xfrm>
        </p:spPr>
        <p:txBody>
          <a:bodyPr/>
          <a:lstStyle/>
          <a:p>
            <a:pPr algn="just"/>
            <a:r>
              <a:rPr lang="en-GB" sz="2800" b="1" dirty="0">
                <a:solidFill>
                  <a:srgbClr val="293549"/>
                </a:solidFill>
                <a:latin typeface="Optima"/>
              </a:rPr>
              <a:t>4.  Project Extensions I​</a:t>
            </a:r>
          </a:p>
        </p:txBody>
      </p:sp>
    </p:spTree>
    <p:extLst>
      <p:ext uri="{BB962C8B-B14F-4D97-AF65-F5344CB8AC3E}">
        <p14:creationId xmlns:p14="http://schemas.microsoft.com/office/powerpoint/2010/main" val="208625107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06C7DC3-2470-4708-A950-F7F2B6DA929E}"/>
              </a:ext>
            </a:extLst>
          </p:cNvPr>
          <p:cNvSpPr>
            <a:spLocks noGrp="1"/>
          </p:cNvSpPr>
          <p:nvPr>
            <p:ph type="title"/>
          </p:nvPr>
        </p:nvSpPr>
        <p:spPr/>
        <p:txBody>
          <a:bodyPr/>
          <a:lstStyle/>
          <a:p>
            <a:pPr algn="just"/>
            <a:r>
              <a:rPr lang="en-GB" sz="2800" b="1">
                <a:solidFill>
                  <a:srgbClr val="293549"/>
                </a:solidFill>
                <a:latin typeface="Optima"/>
              </a:rPr>
              <a:t>5.  Project Extensions II</a:t>
            </a:r>
          </a:p>
        </p:txBody>
      </p:sp>
      <p:sp>
        <p:nvSpPr>
          <p:cNvPr id="4" name="Datumsplatzhalter 3">
            <a:extLst>
              <a:ext uri="{FF2B5EF4-FFF2-40B4-BE49-F238E27FC236}">
                <a16:creationId xmlns:a16="http://schemas.microsoft.com/office/drawing/2014/main" id="{0E5C9AAA-EE1E-4108-BF00-BDB560A7EF58}"/>
              </a:ext>
            </a:extLst>
          </p:cNvPr>
          <p:cNvSpPr>
            <a:spLocks noGrp="1"/>
          </p:cNvSpPr>
          <p:nvPr>
            <p:ph type="dt" sz="half" idx="10"/>
          </p:nvPr>
        </p:nvSpPr>
        <p:spPr/>
        <p:txBody>
          <a:bodyPr/>
          <a:lstStyle/>
          <a:p>
            <a:pPr algn="just"/>
            <a:fld id="{79D1653E-E9FD-7E43-9755-63831A178802}" type="datetime1">
              <a:rPr lang="en-US" noProof="0" smtClean="0">
                <a:latin typeface="Optima" panose="02000503060000020004" pitchFamily="2" charset="0"/>
              </a:rPr>
              <a:pPr algn="just"/>
              <a:t>3/30/26</a:t>
            </a:fld>
            <a:endParaRPr lang="de-CH" noProof="0">
              <a:latin typeface="Optima" panose="02000503060000020004" pitchFamily="2" charset="0"/>
            </a:endParaRPr>
          </a:p>
        </p:txBody>
      </p:sp>
      <p:sp>
        <p:nvSpPr>
          <p:cNvPr id="6" name="Foliennummernplatzhalter 5">
            <a:extLst>
              <a:ext uri="{FF2B5EF4-FFF2-40B4-BE49-F238E27FC236}">
                <a16:creationId xmlns:a16="http://schemas.microsoft.com/office/drawing/2014/main" id="{C726B961-5611-4E48-81E9-C811AD8DD168}"/>
              </a:ext>
            </a:extLst>
          </p:cNvPr>
          <p:cNvSpPr>
            <a:spLocks noGrp="1"/>
          </p:cNvSpPr>
          <p:nvPr>
            <p:ph type="sldNum" sz="quarter" idx="12"/>
          </p:nvPr>
        </p:nvSpPr>
        <p:spPr/>
        <p:txBody>
          <a:bodyPr/>
          <a:lstStyle/>
          <a:p>
            <a:pPr algn="just"/>
            <a:fld id="{5ACA52AF-F19D-405C-AD5F-7D94B96A5CC3}" type="slidenum">
              <a:rPr lang="de-CH" noProof="0" smtClean="0">
                <a:latin typeface="Optima" panose="02000503060000020004" pitchFamily="2" charset="0"/>
              </a:rPr>
              <a:pPr algn="just"/>
              <a:t>5</a:t>
            </a:fld>
            <a:endParaRPr lang="de-CH" noProof="0">
              <a:latin typeface="Optima" panose="02000503060000020004" pitchFamily="2" charset="0"/>
            </a:endParaRPr>
          </a:p>
        </p:txBody>
      </p:sp>
      <p:grpSp>
        <p:nvGrpSpPr>
          <p:cNvPr id="7" name="Group 6">
            <a:extLst>
              <a:ext uri="{FF2B5EF4-FFF2-40B4-BE49-F238E27FC236}">
                <a16:creationId xmlns:a16="http://schemas.microsoft.com/office/drawing/2014/main" id="{D0A89889-C810-DBCA-C10E-CE1382A2752A}"/>
              </a:ext>
            </a:extLst>
          </p:cNvPr>
          <p:cNvGrpSpPr/>
          <p:nvPr/>
        </p:nvGrpSpPr>
        <p:grpSpPr>
          <a:xfrm>
            <a:off x="883303" y="1178122"/>
            <a:ext cx="4412598" cy="4194368"/>
            <a:chOff x="2026920" y="1178639"/>
            <a:chExt cx="3794760" cy="3432369"/>
          </a:xfrm>
        </p:grpSpPr>
        <p:sp>
          <p:nvSpPr>
            <p:cNvPr id="8" name="Rounded Rectangle 7">
              <a:extLst>
                <a:ext uri="{FF2B5EF4-FFF2-40B4-BE49-F238E27FC236}">
                  <a16:creationId xmlns:a16="http://schemas.microsoft.com/office/drawing/2014/main" id="{DB3E22B7-8CE4-DFB2-4CF2-EFBF59BFABF7}"/>
                </a:ext>
              </a:extLst>
            </p:cNvPr>
            <p:cNvSpPr/>
            <p:nvPr/>
          </p:nvSpPr>
          <p:spPr>
            <a:xfrm>
              <a:off x="2026920" y="1178639"/>
              <a:ext cx="3794760" cy="3432369"/>
            </a:xfrm>
            <a:prstGeom prst="roundRect">
              <a:avLst/>
            </a:prstGeom>
            <a:solidFill>
              <a:srgbClr val="F4F7FC"/>
            </a:solidFill>
            <a:ln>
              <a:solidFill>
                <a:srgbClr val="E9EFF7"/>
              </a:solidFill>
            </a:ln>
          </p:spPr>
          <p:style>
            <a:lnRef idx="1">
              <a:schemeClr val="accent1"/>
            </a:lnRef>
            <a:fillRef idx="3">
              <a:schemeClr val="accent1"/>
            </a:fillRef>
            <a:effectRef idx="2">
              <a:schemeClr val="accent1"/>
            </a:effectRef>
            <a:fontRef idx="minor">
              <a:schemeClr val="lt1"/>
            </a:fontRef>
          </p:style>
          <p:txBody>
            <a:bodyPr rtlCol="0" anchor="ctr"/>
            <a:lstStyle/>
            <a:p>
              <a:pPr algn="just"/>
              <a:endParaRPr>
                <a:latin typeface="Optima" panose="02000503060000020004" pitchFamily="2" charset="0"/>
              </a:endParaRPr>
            </a:p>
          </p:txBody>
        </p:sp>
        <p:sp>
          <p:nvSpPr>
            <p:cNvPr id="16" name="TextBox 15">
              <a:extLst>
                <a:ext uri="{FF2B5EF4-FFF2-40B4-BE49-F238E27FC236}">
                  <a16:creationId xmlns:a16="http://schemas.microsoft.com/office/drawing/2014/main" id="{6B7E2E8C-E9CF-087B-8DBA-1E78E43B309B}"/>
                </a:ext>
              </a:extLst>
            </p:cNvPr>
            <p:cNvSpPr txBox="1"/>
            <p:nvPr/>
          </p:nvSpPr>
          <p:spPr>
            <a:xfrm>
              <a:off x="2255520" y="1379807"/>
              <a:ext cx="3337560" cy="302235"/>
            </a:xfrm>
            <a:prstGeom prst="rect">
              <a:avLst/>
            </a:prstGeom>
            <a:noFill/>
          </p:spPr>
          <p:txBody>
            <a:bodyPr wrap="square" lIns="91440" tIns="45720" rIns="91440" bIns="45720" anchor="t">
              <a:spAutoFit/>
            </a:bodyPr>
            <a:lstStyle/>
            <a:p>
              <a:r>
                <a:rPr lang="en-US" b="1">
                  <a:solidFill>
                    <a:schemeClr val="accent1">
                      <a:lumMod val="76000"/>
                    </a:schemeClr>
                  </a:solidFill>
                  <a:latin typeface="Optima"/>
                </a:rPr>
                <a:t>Systematic temperature effects</a:t>
              </a:r>
            </a:p>
          </p:txBody>
        </p:sp>
        <p:sp>
          <p:nvSpPr>
            <p:cNvPr id="17" name="TextBox 16">
              <a:extLst>
                <a:ext uri="{FF2B5EF4-FFF2-40B4-BE49-F238E27FC236}">
                  <a16:creationId xmlns:a16="http://schemas.microsoft.com/office/drawing/2014/main" id="{6A2E2F89-0DDC-B5BB-450B-4F2F3754728B}"/>
                </a:ext>
              </a:extLst>
            </p:cNvPr>
            <p:cNvSpPr txBox="1"/>
            <p:nvPr/>
          </p:nvSpPr>
          <p:spPr>
            <a:xfrm>
              <a:off x="2265818" y="2177213"/>
              <a:ext cx="3246120" cy="1687477"/>
            </a:xfrm>
            <a:prstGeom prst="rect">
              <a:avLst/>
            </a:prstGeom>
            <a:noFill/>
          </p:spPr>
          <p:txBody>
            <a:bodyPr wrap="square" lIns="91440" tIns="45720" rIns="91440" bIns="45720" anchor="t">
              <a:spAutoFit/>
            </a:bodyPr>
            <a:lstStyle/>
            <a:p>
              <a:pPr marL="285750" indent="-285750" algn="just">
                <a:buFont typeface="Arial"/>
                <a:buChar char="•"/>
              </a:pPr>
              <a:r>
                <a:rPr lang="en-US" sz="1600">
                  <a:solidFill>
                    <a:srgbClr val="293549"/>
                  </a:solidFill>
                  <a:latin typeface="Optima"/>
                  <a:cs typeface="Arial"/>
                </a:rPr>
                <a:t>The paper uses 0 K segregation energies</a:t>
              </a:r>
              <a:endParaRPr lang="en-US"/>
            </a:p>
            <a:p>
              <a:pPr marL="285750" indent="-285750" algn="just">
                <a:buFont typeface="Arial"/>
                <a:buChar char="•"/>
              </a:pPr>
              <a:endParaRPr lang="en-US" sz="1600">
                <a:solidFill>
                  <a:srgbClr val="293549"/>
                </a:solidFill>
                <a:latin typeface="Optima" panose="02000503060000020004" pitchFamily="2" charset="0"/>
                <a:cs typeface="Arial"/>
              </a:endParaRPr>
            </a:p>
            <a:p>
              <a:pPr marL="285750" indent="-285750" algn="just">
                <a:buFont typeface="Arial"/>
                <a:buChar char="•"/>
              </a:pPr>
              <a:r>
                <a:rPr lang="en-US" sz="1600">
                  <a:solidFill>
                    <a:srgbClr val="293549"/>
                  </a:solidFill>
                  <a:latin typeface="Optima" panose="02000503060000020004" pitchFamily="2" charset="0"/>
                  <a:cs typeface="Arial"/>
                </a:rPr>
                <a:t>Monte Carlo can test segregation at finite temperature</a:t>
              </a:r>
              <a:endParaRPr lang="en-US">
                <a:cs typeface="Arial"/>
              </a:endParaRPr>
            </a:p>
            <a:p>
              <a:pPr marL="285750" indent="-285750" algn="just">
                <a:buFont typeface="Arial"/>
                <a:buChar char="•"/>
              </a:pPr>
              <a:endParaRPr lang="en-US" sz="1600">
                <a:solidFill>
                  <a:srgbClr val="293549"/>
                </a:solidFill>
                <a:latin typeface="Optima" panose="02000503060000020004" pitchFamily="2" charset="0"/>
                <a:cs typeface="Arial"/>
              </a:endParaRPr>
            </a:p>
            <a:p>
              <a:pPr marL="285750" indent="-285750">
                <a:buFont typeface="Arial"/>
                <a:buChar char="•"/>
              </a:pPr>
              <a:r>
                <a:rPr lang="en-US" sz="1600">
                  <a:solidFill>
                    <a:srgbClr val="293549"/>
                  </a:solidFill>
                  <a:latin typeface="Optima"/>
                  <a:cs typeface="Arial"/>
                </a:rPr>
                <a:t>Compare</a:t>
              </a:r>
              <a:r>
                <a:rPr lang="en-US" sz="1600" i="1">
                  <a:solidFill>
                    <a:srgbClr val="293549"/>
                  </a:solidFill>
                  <a:latin typeface="Optima"/>
                  <a:cs typeface="Arial"/>
                </a:rPr>
                <a:t> X_GB</a:t>
              </a:r>
              <a:r>
                <a:rPr lang="en-US" sz="1600">
                  <a:solidFill>
                    <a:srgbClr val="293549"/>
                  </a:solidFill>
                  <a:latin typeface="Optima"/>
                  <a:cs typeface="Arial"/>
                </a:rPr>
                <a:t> vs. </a:t>
              </a:r>
              <a:r>
                <a:rPr lang="en-US" sz="1600" i="1">
                  <a:solidFill>
                    <a:srgbClr val="293549"/>
                  </a:solidFill>
                  <a:latin typeface="Optima"/>
                  <a:cs typeface="Arial"/>
                </a:rPr>
                <a:t>T</a:t>
              </a:r>
              <a:r>
                <a:rPr lang="en-US" sz="1600">
                  <a:solidFill>
                    <a:srgbClr val="293549"/>
                  </a:solidFill>
                  <a:latin typeface="Optima"/>
                  <a:cs typeface="Arial"/>
                </a:rPr>
                <a:t> at 300 K, 600 K, 1000 K</a:t>
              </a:r>
            </a:p>
            <a:p>
              <a:pPr marL="285750" indent="-285750" algn="just">
                <a:buFont typeface="Arial"/>
                <a:buChar char="•"/>
              </a:pPr>
              <a:endParaRPr lang="en-US" sz="1600">
                <a:solidFill>
                  <a:srgbClr val="293549"/>
                </a:solidFill>
                <a:latin typeface="Optima"/>
                <a:cs typeface="Arial"/>
              </a:endParaRPr>
            </a:p>
          </p:txBody>
        </p:sp>
      </p:grpSp>
      <p:grpSp>
        <p:nvGrpSpPr>
          <p:cNvPr id="18" name="Group 17">
            <a:extLst>
              <a:ext uri="{FF2B5EF4-FFF2-40B4-BE49-F238E27FC236}">
                <a16:creationId xmlns:a16="http://schemas.microsoft.com/office/drawing/2014/main" id="{62FA5104-2625-ED6E-9C57-C530536B3A4C}"/>
              </a:ext>
            </a:extLst>
          </p:cNvPr>
          <p:cNvGrpSpPr/>
          <p:nvPr/>
        </p:nvGrpSpPr>
        <p:grpSpPr>
          <a:xfrm>
            <a:off x="6443554" y="1157527"/>
            <a:ext cx="4319921" cy="4190370"/>
            <a:chOff x="6096000" y="1160351"/>
            <a:chExt cx="3794760" cy="3432369"/>
          </a:xfrm>
        </p:grpSpPr>
        <p:sp>
          <p:nvSpPr>
            <p:cNvPr id="19" name="Rounded Rectangle 18">
              <a:extLst>
                <a:ext uri="{FF2B5EF4-FFF2-40B4-BE49-F238E27FC236}">
                  <a16:creationId xmlns:a16="http://schemas.microsoft.com/office/drawing/2014/main" id="{B27FE614-D178-8634-1C80-185452665BA7}"/>
                </a:ext>
              </a:extLst>
            </p:cNvPr>
            <p:cNvSpPr/>
            <p:nvPr/>
          </p:nvSpPr>
          <p:spPr>
            <a:xfrm>
              <a:off x="6096000" y="1160351"/>
              <a:ext cx="3794760" cy="3432369"/>
            </a:xfrm>
            <a:prstGeom prst="roundRect">
              <a:avLst/>
            </a:prstGeom>
            <a:solidFill>
              <a:srgbClr val="F4F7FC"/>
            </a:solidFill>
            <a:ln>
              <a:solidFill>
                <a:srgbClr val="E9EFF7"/>
              </a:solidFill>
            </a:ln>
          </p:spPr>
          <p:style>
            <a:lnRef idx="1">
              <a:schemeClr val="accent1"/>
            </a:lnRef>
            <a:fillRef idx="3">
              <a:schemeClr val="accent1"/>
            </a:fillRef>
            <a:effectRef idx="2">
              <a:schemeClr val="accent1"/>
            </a:effectRef>
            <a:fontRef idx="minor">
              <a:schemeClr val="lt1"/>
            </a:fontRef>
          </p:style>
          <p:txBody>
            <a:bodyPr rtlCol="0" anchor="ctr"/>
            <a:lstStyle/>
            <a:p>
              <a:pPr algn="just"/>
              <a:endParaRPr>
                <a:latin typeface="Optima" panose="02000503060000020004" pitchFamily="2" charset="0"/>
              </a:endParaRPr>
            </a:p>
          </p:txBody>
        </p:sp>
        <p:sp>
          <p:nvSpPr>
            <p:cNvPr id="20" name="TextBox 19">
              <a:extLst>
                <a:ext uri="{FF2B5EF4-FFF2-40B4-BE49-F238E27FC236}">
                  <a16:creationId xmlns:a16="http://schemas.microsoft.com/office/drawing/2014/main" id="{B80F03FE-E635-8E2C-DCCA-EFF497359FBE}"/>
                </a:ext>
              </a:extLst>
            </p:cNvPr>
            <p:cNvSpPr txBox="1"/>
            <p:nvPr/>
          </p:nvSpPr>
          <p:spPr>
            <a:xfrm>
              <a:off x="6324600" y="1361519"/>
              <a:ext cx="3566160" cy="302523"/>
            </a:xfrm>
            <a:prstGeom prst="rect">
              <a:avLst/>
            </a:prstGeom>
            <a:noFill/>
          </p:spPr>
          <p:txBody>
            <a:bodyPr wrap="square" lIns="91440" tIns="45720" rIns="91440" bIns="45720" anchor="t">
              <a:spAutoFit/>
            </a:bodyPr>
            <a:lstStyle/>
            <a:p>
              <a:r>
                <a:rPr lang="en-US" b="1">
                  <a:solidFill>
                    <a:schemeClr val="accent1">
                      <a:lumMod val="76000"/>
                    </a:schemeClr>
                  </a:solidFill>
                  <a:latin typeface="Optima"/>
                </a:rPr>
                <a:t>Better ML training-point selection</a:t>
              </a:r>
            </a:p>
          </p:txBody>
        </p:sp>
        <p:sp>
          <p:nvSpPr>
            <p:cNvPr id="21" name="TextBox 20">
              <a:extLst>
                <a:ext uri="{FF2B5EF4-FFF2-40B4-BE49-F238E27FC236}">
                  <a16:creationId xmlns:a16="http://schemas.microsoft.com/office/drawing/2014/main" id="{3086BCE4-AD8E-1F00-2F72-2074EAF82720}"/>
                </a:ext>
              </a:extLst>
            </p:cNvPr>
            <p:cNvSpPr txBox="1"/>
            <p:nvPr/>
          </p:nvSpPr>
          <p:spPr>
            <a:xfrm>
              <a:off x="6370320" y="2007234"/>
              <a:ext cx="3246120" cy="2294133"/>
            </a:xfrm>
            <a:prstGeom prst="rect">
              <a:avLst/>
            </a:prstGeom>
            <a:noFill/>
          </p:spPr>
          <p:txBody>
            <a:bodyPr wrap="square" lIns="91440" tIns="45720" rIns="91440" bIns="45720" anchor="t">
              <a:spAutoFit/>
            </a:bodyPr>
            <a:lstStyle/>
            <a:p>
              <a:pPr marL="285750" indent="-285750" algn="just">
                <a:buFont typeface="Arial"/>
                <a:buChar char="•"/>
              </a:pPr>
              <a:r>
                <a:rPr lang="en-US" sz="1600">
                  <a:solidFill>
                    <a:srgbClr val="293549"/>
                  </a:solidFill>
                  <a:latin typeface="Optima"/>
                </a:rPr>
                <a:t>Wagih: k-means selects 100 representative sites</a:t>
              </a:r>
              <a:endParaRPr lang="en-US">
                <a:cs typeface="Arial"/>
              </a:endParaRPr>
            </a:p>
            <a:p>
              <a:pPr marL="285750" indent="-285750" algn="just">
                <a:buFont typeface="Arial"/>
                <a:buChar char="•"/>
              </a:pPr>
              <a:endParaRPr lang="en-US" sz="1600">
                <a:solidFill>
                  <a:srgbClr val="293549"/>
                </a:solidFill>
                <a:latin typeface="Optima" panose="02000503060000020004" pitchFamily="2" charset="0"/>
              </a:endParaRPr>
            </a:p>
            <a:p>
              <a:pPr marL="285750" indent="-285750" algn="just">
                <a:buFont typeface="Arial"/>
                <a:buChar char="•"/>
              </a:pPr>
              <a:r>
                <a:rPr lang="en-US" sz="1600">
                  <a:solidFill>
                    <a:srgbClr val="293549"/>
                  </a:solidFill>
                  <a:latin typeface="Optima"/>
                </a:rPr>
                <a:t>Select training sites where prediction errors have the largest impact on </a:t>
              </a:r>
              <a:r>
                <a:rPr lang="en-US" sz="1600" i="1">
                  <a:solidFill>
                    <a:srgbClr val="293549"/>
                  </a:solidFill>
                  <a:latin typeface="Optima"/>
                </a:rPr>
                <a:t>X_GB</a:t>
              </a:r>
              <a:r>
                <a:rPr lang="en-US" sz="1600">
                  <a:solidFill>
                    <a:srgbClr val="293549"/>
                  </a:solidFill>
                  <a:latin typeface="Optima"/>
                </a:rPr>
                <a:t> — improving equilibrium accuracy or reducing labeling cost.</a:t>
              </a:r>
            </a:p>
            <a:p>
              <a:pPr marL="285750" indent="-285750" algn="just">
                <a:buFont typeface="Arial"/>
                <a:buChar char="•"/>
              </a:pPr>
              <a:endParaRPr lang="en-US" sz="1600">
                <a:solidFill>
                  <a:srgbClr val="293549"/>
                </a:solidFill>
                <a:latin typeface="Optima"/>
              </a:endParaRPr>
            </a:p>
            <a:p>
              <a:pPr marL="285750" indent="-285750" algn="just">
                <a:buFont typeface="Arial"/>
                <a:buChar char="•"/>
              </a:pPr>
              <a:r>
                <a:rPr lang="en-US" sz="1600">
                  <a:solidFill>
                    <a:srgbClr val="293549"/>
                  </a:solidFill>
                  <a:latin typeface="Optima"/>
                </a:rPr>
                <a:t>Use HMC ground truth to validate </a:t>
              </a:r>
              <a:endParaRPr lang="en-US" sz="1600">
                <a:solidFill>
                  <a:srgbClr val="293549"/>
                </a:solidFill>
                <a:latin typeface="Optima" panose="02000503060000020004" pitchFamily="2" charset="0"/>
              </a:endParaRPr>
            </a:p>
            <a:p>
              <a:pPr marL="285750" indent="-285750" algn="just">
                <a:buFont typeface="Arial"/>
                <a:buChar char="•"/>
              </a:pPr>
              <a:endParaRPr lang="en-US" sz="1600">
                <a:solidFill>
                  <a:srgbClr val="293549"/>
                </a:solidFill>
                <a:latin typeface="Optima" panose="02000503060000020004" pitchFamily="2" charset="0"/>
              </a:endParaRPr>
            </a:p>
            <a:p>
              <a:pPr marL="285750" indent="-285750" algn="just">
                <a:buFont typeface="Arial"/>
                <a:buChar char="•"/>
              </a:pPr>
              <a:endParaRPr lang="en-US" sz="1600">
                <a:solidFill>
                  <a:srgbClr val="293549"/>
                </a:solidFill>
                <a:latin typeface="Optima" panose="02000503060000020004" pitchFamily="2" charset="0"/>
              </a:endParaRPr>
            </a:p>
          </p:txBody>
        </p:sp>
      </p:grpSp>
      <p:sp>
        <p:nvSpPr>
          <p:cNvPr id="22" name="TextBox 21">
            <a:extLst>
              <a:ext uri="{FF2B5EF4-FFF2-40B4-BE49-F238E27FC236}">
                <a16:creationId xmlns:a16="http://schemas.microsoft.com/office/drawing/2014/main" id="{5EFF90BF-844D-039A-081D-ED8203521B8D}"/>
              </a:ext>
            </a:extLst>
          </p:cNvPr>
          <p:cNvSpPr txBox="1"/>
          <p:nvPr/>
        </p:nvSpPr>
        <p:spPr>
          <a:xfrm>
            <a:off x="1021727" y="5730309"/>
            <a:ext cx="9216638" cy="369332"/>
          </a:xfrm>
          <a:prstGeom prst="rect">
            <a:avLst/>
          </a:prstGeom>
          <a:noFill/>
        </p:spPr>
        <p:txBody>
          <a:bodyPr wrap="square" anchor="t">
            <a:spAutoFit/>
          </a:bodyPr>
          <a:lstStyle/>
          <a:p>
            <a:pPr algn="just"/>
            <a:r>
              <a:rPr lang="en-US" b="1" i="1">
                <a:solidFill>
                  <a:srgbClr val="2266AA"/>
                </a:solidFill>
                <a:latin typeface="Optima" panose="02000503060000020004" pitchFamily="2" charset="0"/>
              </a:rPr>
              <a:t>These directions extend the project toward realistic physics and more efficient learning.</a:t>
            </a:r>
          </a:p>
        </p:txBody>
      </p:sp>
    </p:spTree>
    <p:extLst>
      <p:ext uri="{BB962C8B-B14F-4D97-AF65-F5344CB8AC3E}">
        <p14:creationId xmlns:p14="http://schemas.microsoft.com/office/powerpoint/2010/main" val="71027239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0CC69B5F-13BF-3C0E-A050-39F33844CCCA}"/>
              </a:ext>
            </a:extLst>
          </p:cNvPr>
          <p:cNvSpPr txBox="1"/>
          <p:nvPr/>
        </p:nvSpPr>
        <p:spPr>
          <a:xfrm>
            <a:off x="112542" y="112541"/>
            <a:ext cx="5063181" cy="461665"/>
          </a:xfrm>
          <a:prstGeom prst="rect">
            <a:avLst/>
          </a:prstGeom>
          <a:noFill/>
        </p:spPr>
        <p:txBody>
          <a:bodyPr wrap="none" rtlCol="0">
            <a:spAutoFit/>
          </a:bodyPr>
          <a:lstStyle/>
          <a:p>
            <a:r>
              <a:rPr lang="en-GB" sz="2400" b="1">
                <a:latin typeface="Optima"/>
              </a:rPr>
              <a:t>Principal component analysis (PCA):</a:t>
            </a:r>
            <a:endParaRPr lang="en-CN" sz="2400" b="1"/>
          </a:p>
        </p:txBody>
      </p:sp>
      <p:pic>
        <p:nvPicPr>
          <p:cNvPr id="7" name="Picture 6">
            <a:extLst>
              <a:ext uri="{FF2B5EF4-FFF2-40B4-BE49-F238E27FC236}">
                <a16:creationId xmlns:a16="http://schemas.microsoft.com/office/drawing/2014/main" id="{DC13E078-D455-8540-13A7-E16C6F38C5EE}"/>
              </a:ext>
            </a:extLst>
          </p:cNvPr>
          <p:cNvPicPr>
            <a:picLocks noChangeAspect="1"/>
          </p:cNvPicPr>
          <p:nvPr/>
        </p:nvPicPr>
        <p:blipFill>
          <a:blip r:embed="rId3"/>
          <a:stretch>
            <a:fillRect/>
          </a:stretch>
        </p:blipFill>
        <p:spPr>
          <a:xfrm>
            <a:off x="2634957" y="853022"/>
            <a:ext cx="6922086" cy="3461043"/>
          </a:xfrm>
          <a:prstGeom prst="rect">
            <a:avLst/>
          </a:prstGeom>
        </p:spPr>
      </p:pic>
      <p:sp>
        <p:nvSpPr>
          <p:cNvPr id="8" name="TextBox 7">
            <a:extLst>
              <a:ext uri="{FF2B5EF4-FFF2-40B4-BE49-F238E27FC236}">
                <a16:creationId xmlns:a16="http://schemas.microsoft.com/office/drawing/2014/main" id="{FD4E00CC-C272-4696-0A05-4F76235A9617}"/>
              </a:ext>
            </a:extLst>
          </p:cNvPr>
          <p:cNvSpPr txBox="1"/>
          <p:nvPr/>
        </p:nvSpPr>
        <p:spPr>
          <a:xfrm>
            <a:off x="2634957" y="4592881"/>
            <a:ext cx="7596554" cy="1477328"/>
          </a:xfrm>
          <a:prstGeom prst="rect">
            <a:avLst/>
          </a:prstGeom>
          <a:noFill/>
        </p:spPr>
        <p:txBody>
          <a:bodyPr wrap="square" rtlCol="0">
            <a:spAutoFit/>
          </a:bodyPr>
          <a:lstStyle/>
          <a:p>
            <a:pPr marL="285750" indent="-285750">
              <a:buFont typeface="Wingdings" pitchFamily="2" charset="2"/>
              <a:buChar char="Ø"/>
            </a:pPr>
            <a:r>
              <a:rPr lang="en-US">
                <a:latin typeface="Optima" panose="02000503060000020004" pitchFamily="2" charset="0"/>
              </a:rPr>
              <a:t>Dimensionality reduction technique </a:t>
            </a:r>
          </a:p>
          <a:p>
            <a:pPr marL="285750" indent="-285750">
              <a:buFont typeface="Wingdings" pitchFamily="2" charset="2"/>
              <a:buChar char="Ø"/>
            </a:pPr>
            <a:r>
              <a:rPr lang="en-US">
                <a:latin typeface="Optima" panose="02000503060000020004" pitchFamily="2" charset="0"/>
              </a:rPr>
              <a:t>Reduce the number of features in a dataset while keeping the most important information</a:t>
            </a:r>
          </a:p>
          <a:p>
            <a:pPr marL="285750" indent="-285750">
              <a:buFont typeface="Wingdings" pitchFamily="2" charset="2"/>
              <a:buChar char="Ø"/>
            </a:pPr>
            <a:r>
              <a:rPr lang="en-US">
                <a:latin typeface="Optima" panose="02000503060000020004" pitchFamily="2" charset="0"/>
              </a:rPr>
              <a:t>It changes complex datasets by transforming correlated features into a smaller set of uncorrelated components</a:t>
            </a:r>
            <a:endParaRPr lang="en-CN">
              <a:latin typeface="Optima" panose="02000503060000020004" pitchFamily="2" charset="0"/>
            </a:endParaRPr>
          </a:p>
        </p:txBody>
      </p:sp>
      <p:sp>
        <p:nvSpPr>
          <p:cNvPr id="9" name="TextBox 8">
            <a:extLst>
              <a:ext uri="{FF2B5EF4-FFF2-40B4-BE49-F238E27FC236}">
                <a16:creationId xmlns:a16="http://schemas.microsoft.com/office/drawing/2014/main" id="{6D1751D2-79FD-0CD3-AB39-AA1A986AEDA1}"/>
              </a:ext>
            </a:extLst>
          </p:cNvPr>
          <p:cNvSpPr txBox="1"/>
          <p:nvPr/>
        </p:nvSpPr>
        <p:spPr>
          <a:xfrm>
            <a:off x="1758461" y="6449109"/>
            <a:ext cx="7200241" cy="338554"/>
          </a:xfrm>
          <a:prstGeom prst="rect">
            <a:avLst/>
          </a:prstGeom>
          <a:noFill/>
        </p:spPr>
        <p:txBody>
          <a:bodyPr wrap="none" rtlCol="0">
            <a:spAutoFit/>
          </a:bodyPr>
          <a:lstStyle/>
          <a:p>
            <a:r>
              <a:rPr lang="en-US" sz="1600">
                <a:latin typeface="Optima" panose="02000503060000020004" pitchFamily="2" charset="0"/>
              </a:rPr>
              <a:t>https://</a:t>
            </a:r>
            <a:r>
              <a:rPr lang="en-US" sz="1600" err="1">
                <a:latin typeface="Optima" panose="02000503060000020004" pitchFamily="2" charset="0"/>
              </a:rPr>
              <a:t>www.geeksforgeeks.org</a:t>
            </a:r>
            <a:r>
              <a:rPr lang="en-US" sz="1600">
                <a:latin typeface="Optima" panose="02000503060000020004" pitchFamily="2" charset="0"/>
              </a:rPr>
              <a:t>/data-analysis/principal-component-analysis-</a:t>
            </a:r>
            <a:r>
              <a:rPr lang="en-US" sz="1600" err="1">
                <a:latin typeface="Optima" panose="02000503060000020004" pitchFamily="2" charset="0"/>
              </a:rPr>
              <a:t>pca</a:t>
            </a:r>
            <a:r>
              <a:rPr lang="en-US" sz="1600">
                <a:latin typeface="Optima" panose="02000503060000020004" pitchFamily="2" charset="0"/>
              </a:rPr>
              <a:t>/</a:t>
            </a:r>
            <a:endParaRPr lang="en-CN" sz="1600">
              <a:latin typeface="Optima" panose="02000503060000020004" pitchFamily="2" charset="0"/>
            </a:endParaRPr>
          </a:p>
        </p:txBody>
      </p:sp>
    </p:spTree>
    <p:extLst>
      <p:ext uri="{BB962C8B-B14F-4D97-AF65-F5344CB8AC3E}">
        <p14:creationId xmlns:p14="http://schemas.microsoft.com/office/powerpoint/2010/main" val="211503009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Online Media 6" descr="k-means clustering">
            <a:hlinkClick r:id="" action="ppaction://media"/>
            <a:extLst>
              <a:ext uri="{FF2B5EF4-FFF2-40B4-BE49-F238E27FC236}">
                <a16:creationId xmlns:a16="http://schemas.microsoft.com/office/drawing/2014/main" id="{BD5DC6CE-DDD1-25F3-D7A7-3449C1F73AFD}"/>
              </a:ext>
            </a:extLst>
          </p:cNvPr>
          <p:cNvPicPr>
            <a:picLocks noRot="1" noChangeAspect="1"/>
          </p:cNvPicPr>
          <p:nvPr>
            <a:videoFile r:link="rId1"/>
          </p:nvPr>
        </p:nvPicPr>
        <p:blipFill>
          <a:blip r:embed="rId3"/>
          <a:stretch>
            <a:fillRect/>
          </a:stretch>
        </p:blipFill>
        <p:spPr>
          <a:xfrm>
            <a:off x="2532966" y="855561"/>
            <a:ext cx="6321083" cy="4740812"/>
          </a:xfrm>
          <a:prstGeom prst="rect">
            <a:avLst/>
          </a:prstGeom>
        </p:spPr>
      </p:pic>
      <p:sp>
        <p:nvSpPr>
          <p:cNvPr id="8" name="TextBox 7">
            <a:extLst>
              <a:ext uri="{FF2B5EF4-FFF2-40B4-BE49-F238E27FC236}">
                <a16:creationId xmlns:a16="http://schemas.microsoft.com/office/drawing/2014/main" id="{231141C6-6FF6-FB27-49A5-0D85DA20D49E}"/>
              </a:ext>
            </a:extLst>
          </p:cNvPr>
          <p:cNvSpPr txBox="1"/>
          <p:nvPr/>
        </p:nvSpPr>
        <p:spPr>
          <a:xfrm>
            <a:off x="1725881" y="6435041"/>
            <a:ext cx="4225196" cy="338554"/>
          </a:xfrm>
          <a:prstGeom prst="rect">
            <a:avLst/>
          </a:prstGeom>
          <a:noFill/>
        </p:spPr>
        <p:txBody>
          <a:bodyPr wrap="none" rtlCol="0">
            <a:spAutoFit/>
          </a:bodyPr>
          <a:lstStyle/>
          <a:p>
            <a:r>
              <a:rPr lang="en-US" sz="1600">
                <a:latin typeface="Optima" panose="02000503060000020004" pitchFamily="2" charset="0"/>
              </a:rPr>
              <a:t>https://</a:t>
            </a:r>
            <a:r>
              <a:rPr lang="en-US" sz="1600" err="1">
                <a:latin typeface="Optima" panose="02000503060000020004" pitchFamily="2" charset="0"/>
              </a:rPr>
              <a:t>www.youtube.com</a:t>
            </a:r>
            <a:r>
              <a:rPr lang="en-US" sz="1600">
                <a:latin typeface="Optima" panose="02000503060000020004" pitchFamily="2" charset="0"/>
              </a:rPr>
              <a:t>/</a:t>
            </a:r>
            <a:r>
              <a:rPr lang="en-US" sz="1600" err="1">
                <a:latin typeface="Optima" panose="02000503060000020004" pitchFamily="2" charset="0"/>
              </a:rPr>
              <a:t>watch?v</a:t>
            </a:r>
            <a:r>
              <a:rPr lang="en-US" sz="1600">
                <a:latin typeface="Optima" panose="02000503060000020004" pitchFamily="2" charset="0"/>
              </a:rPr>
              <a:t>=5I3Ei69I40s</a:t>
            </a:r>
            <a:endParaRPr lang="en-CN" sz="1600">
              <a:latin typeface="Optima" panose="02000503060000020004" pitchFamily="2" charset="0"/>
            </a:endParaRPr>
          </a:p>
        </p:txBody>
      </p:sp>
      <p:sp>
        <p:nvSpPr>
          <p:cNvPr id="9" name="TextBox 8">
            <a:extLst>
              <a:ext uri="{FF2B5EF4-FFF2-40B4-BE49-F238E27FC236}">
                <a16:creationId xmlns:a16="http://schemas.microsoft.com/office/drawing/2014/main" id="{D37BB2B1-775B-C8BE-1EF1-53D5CBF38FB6}"/>
              </a:ext>
            </a:extLst>
          </p:cNvPr>
          <p:cNvSpPr txBox="1"/>
          <p:nvPr/>
        </p:nvSpPr>
        <p:spPr>
          <a:xfrm>
            <a:off x="112542" y="112541"/>
            <a:ext cx="2585131" cy="461665"/>
          </a:xfrm>
          <a:prstGeom prst="rect">
            <a:avLst/>
          </a:prstGeom>
          <a:noFill/>
        </p:spPr>
        <p:txBody>
          <a:bodyPr wrap="none" rtlCol="0">
            <a:spAutoFit/>
          </a:bodyPr>
          <a:lstStyle/>
          <a:p>
            <a:r>
              <a:rPr lang="en-US" sz="2400" b="1">
                <a:latin typeface="Optima" panose="02000503060000020004" pitchFamily="2" charset="0"/>
              </a:rPr>
              <a:t>k-means clustering</a:t>
            </a:r>
          </a:p>
        </p:txBody>
      </p:sp>
    </p:spTree>
    <p:extLst>
      <p:ext uri="{BB962C8B-B14F-4D97-AF65-F5344CB8AC3E}">
        <p14:creationId xmlns:p14="http://schemas.microsoft.com/office/powerpoint/2010/main" val="5559222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7"/>
                </p:tgtEl>
              </p:cMediaNode>
            </p:video>
            <p:seq concurrent="1" nextAc="seek">
              <p:cTn id="8" restart="whenNotActive" fill="hold" evtFilter="cancelBubble" nodeType="interactiveSeq">
                <p:stCondLst>
                  <p:cond evt="onClick" delay="0">
                    <p:tgtEl>
                      <p:spTgt spid="7"/>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7"/>
                                        </p:tgtEl>
                                      </p:cBhvr>
                                    </p:cmd>
                                  </p:childTnLst>
                                </p:cTn>
                              </p:par>
                            </p:childTnLst>
                          </p:cTn>
                        </p:par>
                      </p:childTnLst>
                    </p:cTn>
                  </p:par>
                </p:childTnLst>
              </p:cTn>
              <p:nextCondLst>
                <p:cond evt="onClick" delay="0">
                  <p:tgtEl>
                    <p:spTgt spid="7"/>
                  </p:tgtEl>
                </p:cond>
              </p:nextCondLst>
            </p:seq>
          </p:childTnLst>
        </p:cTn>
      </p:par>
    </p:tnLst>
  </p:timing>
</p:sld>
</file>

<file path=ppt/theme/theme1.xml><?xml version="1.0" encoding="utf-8"?>
<a:theme xmlns:a="http://schemas.openxmlformats.org/drawingml/2006/main" name="ETH Zürich">
  <a:themeElements>
    <a:clrScheme name="ETH Zürich">
      <a:dk1>
        <a:sysClr val="windowText" lastClr="000000"/>
      </a:dk1>
      <a:lt1>
        <a:sysClr val="window" lastClr="FFFFFF"/>
      </a:lt1>
      <a:dk2>
        <a:srgbClr val="000000"/>
      </a:dk2>
      <a:lt2>
        <a:srgbClr val="FFFFFF"/>
      </a:lt2>
      <a:accent1>
        <a:srgbClr val="215CAF"/>
      </a:accent1>
      <a:accent2>
        <a:srgbClr val="007894"/>
      </a:accent2>
      <a:accent3>
        <a:srgbClr val="627313"/>
      </a:accent3>
      <a:accent4>
        <a:srgbClr val="8E6713"/>
      </a:accent4>
      <a:accent5>
        <a:srgbClr val="B7352D"/>
      </a:accent5>
      <a:accent6>
        <a:srgbClr val="A30774"/>
      </a:accent6>
      <a:hlink>
        <a:srgbClr val="0563C1"/>
      </a:hlink>
      <a:folHlink>
        <a:srgbClr val="954F72"/>
      </a:folHlink>
    </a:clrScheme>
    <a:fontScheme name="ETH Zürich">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custClrLst>
    <a:custClr name="ETH Blau">
      <a:srgbClr val="215CAF"/>
    </a:custClr>
    <a:custClr name="ETH Petrol">
      <a:srgbClr val="007894"/>
    </a:custClr>
    <a:custClr name="ETH Gruen">
      <a:srgbClr val="627313"/>
    </a:custClr>
    <a:custClr name="ETH Bronze">
      <a:srgbClr val="8E6713"/>
    </a:custClr>
    <a:custClr name="ETH Rot">
      <a:srgbClr val="B7352D"/>
    </a:custClr>
    <a:custClr name="ETH Purpur">
      <a:srgbClr val="A30774"/>
    </a:custClr>
    <a:custClr name="ETH Grau">
      <a:srgbClr val="6F6F6F"/>
    </a:custClr>
  </a:custClrLst>
  <a:extLst>
    <a:ext uri="{05A4C25C-085E-4340-85A3-A5531E510DB2}">
      <thm15:themeFamily xmlns:thm15="http://schemas.microsoft.com/office/thememl/2012/main" name="Präsentation3" id="{9C84984C-18ED-5E49-A574-15FF8A3954B8}" vid="{0B390235-9264-874C-ABEB-5D2188FC234E}"/>
    </a:ext>
  </a:extLst>
</a:theme>
</file>

<file path=ppt/theme/theme2.xml><?xml version="1.0" encoding="utf-8"?>
<a:theme xmlns:a="http://schemas.openxmlformats.org/drawingml/2006/main" name="Office">
  <a:themeElements>
    <a:clrScheme name="ETH Zürich">
      <a:dk1>
        <a:sysClr val="windowText" lastClr="000000"/>
      </a:dk1>
      <a:lt1>
        <a:sysClr val="window" lastClr="FFFFFF"/>
      </a:lt1>
      <a:dk2>
        <a:srgbClr val="000000"/>
      </a:dk2>
      <a:lt2>
        <a:srgbClr val="FFFFFF"/>
      </a:lt2>
      <a:accent1>
        <a:srgbClr val="215CAF"/>
      </a:accent1>
      <a:accent2>
        <a:srgbClr val="007894"/>
      </a:accent2>
      <a:accent3>
        <a:srgbClr val="627313"/>
      </a:accent3>
      <a:accent4>
        <a:srgbClr val="8E6713"/>
      </a:accent4>
      <a:accent5>
        <a:srgbClr val="B7352D"/>
      </a:accent5>
      <a:accent6>
        <a:srgbClr val="A30774"/>
      </a:accent6>
      <a:hlink>
        <a:srgbClr val="0563C1"/>
      </a:hlink>
      <a:folHlink>
        <a:srgbClr val="954F72"/>
      </a:folHlink>
    </a:clrScheme>
    <a:fontScheme name="ETH Zürich">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custClrLst>
    <a:custClr name="ETH Blau">
      <a:srgbClr val="215CAF"/>
    </a:custClr>
    <a:custClr name="ETH Petrol">
      <a:srgbClr val="007894"/>
    </a:custClr>
    <a:custClr name="ETH Gruen">
      <a:srgbClr val="627313"/>
    </a:custClr>
    <a:custClr name="ETH Bronze">
      <a:srgbClr val="8E6713"/>
    </a:custClr>
    <a:custClr name="ETH Rot">
      <a:srgbClr val="B7352D"/>
    </a:custClr>
    <a:custClr name="ETH Purpur">
      <a:srgbClr val="A30774"/>
    </a:custClr>
    <a:custClr name="ETH Grau">
      <a:srgbClr val="6F6F6F"/>
    </a:custClr>
  </a:custClr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a:themeElements>
    <a:clrScheme name="ETH Zürich">
      <a:dk1>
        <a:sysClr val="windowText" lastClr="000000"/>
      </a:dk1>
      <a:lt1>
        <a:sysClr val="window" lastClr="FFFFFF"/>
      </a:lt1>
      <a:dk2>
        <a:srgbClr val="000000"/>
      </a:dk2>
      <a:lt2>
        <a:srgbClr val="FFFFFF"/>
      </a:lt2>
      <a:accent1>
        <a:srgbClr val="215CAF"/>
      </a:accent1>
      <a:accent2>
        <a:srgbClr val="007894"/>
      </a:accent2>
      <a:accent3>
        <a:srgbClr val="627313"/>
      </a:accent3>
      <a:accent4>
        <a:srgbClr val="8E6713"/>
      </a:accent4>
      <a:accent5>
        <a:srgbClr val="B7352D"/>
      </a:accent5>
      <a:accent6>
        <a:srgbClr val="A30774"/>
      </a:accent6>
      <a:hlink>
        <a:srgbClr val="0563C1"/>
      </a:hlink>
      <a:folHlink>
        <a:srgbClr val="954F72"/>
      </a:folHlink>
    </a:clrScheme>
    <a:fontScheme name="ETH Zürich">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ETH Zürich</Template>
  <TotalTime>0</TotalTime>
  <Words>963</Words>
  <Application>Microsoft Macintosh PowerPoint</Application>
  <PresentationFormat>Widescreen</PresentationFormat>
  <Paragraphs>100</Paragraphs>
  <Slides>8</Slides>
  <Notes>5</Notes>
  <HiddenSlides>0</HiddenSlides>
  <MMClips>1</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8</vt:i4>
      </vt:variant>
    </vt:vector>
  </HeadingPairs>
  <TitlesOfParts>
    <vt:vector size="14" baseType="lpstr">
      <vt:lpstr>Aptos</vt:lpstr>
      <vt:lpstr>Arial</vt:lpstr>
      <vt:lpstr>Optima</vt:lpstr>
      <vt:lpstr>Symbol</vt:lpstr>
      <vt:lpstr>Wingdings</vt:lpstr>
      <vt:lpstr>ETH Zürich</vt:lpstr>
      <vt:lpstr>Learning grain boundary segregation energy spectra in polycrystals </vt:lpstr>
      <vt:lpstr>1. Paper Overview</vt:lpstr>
      <vt:lpstr>2. Main Method Used in the Paper</vt:lpstr>
      <vt:lpstr>3.  Our core idea: Hybrid Monte Carlo Validation </vt:lpstr>
      <vt:lpstr>4.  Project Extensions I​</vt:lpstr>
      <vt:lpstr>5.  Project Extensions II</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Cheng Chen (999011547)</dc:creator>
  <cp:lastModifiedBy>Fu  Jiayi</cp:lastModifiedBy>
  <cp:revision>2</cp:revision>
  <dcterms:created xsi:type="dcterms:W3CDTF">2026-03-28T11:42:19Z</dcterms:created>
  <dcterms:modified xsi:type="dcterms:W3CDTF">2026-03-30T18:41:49Z</dcterms:modified>
</cp:coreProperties>
</file>